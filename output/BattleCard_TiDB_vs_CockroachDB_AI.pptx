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5"/>
  </p:notesMasterIdLst>
  <p:sldIdLst>
    <p:sldId id="256" r:id="rId2"/>
    <p:sldId id="261" r:id="rId30"/>
    <p:sldId id="262" r:id="rId31"/>
    <p:sldId id="263" r:id="rId32"/>
    <p:sldId id="260" r:id="rId4"/>
  </p:sldIdLst>
  <p:sldSz cx="9144000" cy="5143500" type="screen16x9"/>
  <p:notesSz cx="6858000" cy="9144000"/>
  <p:embeddedFontLst>
    <p:embeddedFont>
      <p:font typeface="DM Mono" panose="020B0509040201040103" pitchFamily="49" charset="77"/>
      <p:regular r:id="rId6"/>
      <p:italic r:id="rId7"/>
    </p:embeddedFont>
    <p:embeddedFont>
      <p:font typeface="DM Mono Light" panose="020B0309040201040103" pitchFamily="49" charset="77"/>
      <p:regular r:id="rId8"/>
      <p:bold r:id="rId9"/>
      <p:italic r:id="rId10"/>
      <p:boldItalic r:id="rId11"/>
    </p:embeddedFont>
    <p:embeddedFont>
      <p:font typeface="DM Mono Medium" panose="020B0609040201040103" pitchFamily="49" charset="77"/>
      <p:regular r:id="rId12"/>
      <p:italic r:id="rId13"/>
    </p:embeddedFont>
    <p:embeddedFont>
      <p:font typeface="DM Sans" pitchFamily="2" charset="77"/>
      <p:regular r:id="rId14"/>
      <p:bold r:id="rId15"/>
      <p:italic r:id="rId16"/>
      <p:boldItalic r:id="rId17"/>
    </p:embeddedFont>
    <p:embeddedFont>
      <p:font typeface="DM Sans Medium" pitchFamily="2" charset="77"/>
      <p:regular r:id="rId18"/>
      <p:bold r:id="rId19"/>
      <p:italic r:id="rId20"/>
      <p:boldItalic r:id="rId21"/>
    </p:embeddedFont>
    <p:embeddedFont>
      <p:font typeface="DM Sans SemiBold" pitchFamily="2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1560">
          <p15:clr>
            <a:srgbClr val="747775"/>
          </p15:clr>
        </p15:guide>
        <p15:guide id="4" orient="horz" pos="248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61" d="100"/>
          <a:sy n="161" d="100"/>
        </p:scale>
        <p:origin x="752" y="200"/>
      </p:cViewPr>
      <p:guideLst>
        <p:guide orient="horz" pos="1620"/>
        <p:guide pos="2880"/>
        <p:guide orient="horz" pos="1560"/>
        <p:guide orient="horz" pos="2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font" Target="fonts/font8.fntdata"/><Relationship Id="rId14" Type="http://schemas.openxmlformats.org/officeDocument/2006/relationships/font" Target="fonts/font9.fntdata"/><Relationship Id="rId15" Type="http://schemas.openxmlformats.org/officeDocument/2006/relationships/font" Target="fonts/font10.fntdata"/><Relationship Id="rId16" Type="http://schemas.openxmlformats.org/officeDocument/2006/relationships/font" Target="fonts/font11.fntdata"/><Relationship Id="rId17" Type="http://schemas.openxmlformats.org/officeDocument/2006/relationships/font" Target="fonts/font12.fntdata"/><Relationship Id="rId18" Type="http://schemas.openxmlformats.org/officeDocument/2006/relationships/font" Target="fonts/font13.fntdata"/><Relationship Id="rId19" Type="http://schemas.openxmlformats.org/officeDocument/2006/relationships/font" Target="fonts/font14.fntdata"/><Relationship Id="rId2" Type="http://schemas.openxmlformats.org/officeDocument/2006/relationships/slide" Target="slides/slide1.xml"/><Relationship Id="rId20" Type="http://schemas.openxmlformats.org/officeDocument/2006/relationships/font" Target="fonts/font15.fntdata"/><Relationship Id="rId21" Type="http://schemas.openxmlformats.org/officeDocument/2006/relationships/font" Target="fonts/font16.fntdata"/><Relationship Id="rId22" Type="http://schemas.openxmlformats.org/officeDocument/2006/relationships/font" Target="fonts/font17.fntdata"/><Relationship Id="rId23" Type="http://schemas.openxmlformats.org/officeDocument/2006/relationships/font" Target="fonts/font18.fntdata"/><Relationship Id="rId24" Type="http://schemas.openxmlformats.org/officeDocument/2006/relationships/font" Target="fonts/font19.fntdata"/><Relationship Id="rId25" Type="http://schemas.openxmlformats.org/officeDocument/2006/relationships/font" Target="fonts/font20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" Type="http://schemas.openxmlformats.org/officeDocument/2006/relationships/slide" Target="slides/slide2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d636b16e7_0_453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817328073b_1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817328073b_12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2">
    <p:bg>
      <p:bgPr>
        <a:solidFill>
          <a:srgbClr val="FAFAFA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81400" y="100850"/>
            <a:ext cx="5479101" cy="495097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2"/>
          <p:cNvSpPr txBox="1">
            <a:spLocks noGrp="1"/>
          </p:cNvSpPr>
          <p:nvPr>
            <p:ph type="subTitle" idx="1"/>
          </p:nvPr>
        </p:nvSpPr>
        <p:spPr>
          <a:xfrm>
            <a:off x="558800" y="4357050"/>
            <a:ext cx="4223100" cy="26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066700" y="16050"/>
            <a:ext cx="7077300" cy="5111400"/>
          </a:xfrm>
          <a:prstGeom prst="rect">
            <a:avLst/>
          </a:prstGeom>
          <a:gradFill>
            <a:gsLst>
              <a:gs pos="0">
                <a:srgbClr val="FAFAFA"/>
              </a:gs>
              <a:gs pos="100000">
                <a:srgbClr val="FAFAFA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" name="Google Shape;40;p2"/>
          <p:cNvSpPr txBox="1">
            <a:spLocks noGrp="1"/>
          </p:cNvSpPr>
          <p:nvPr>
            <p:ph type="title"/>
          </p:nvPr>
        </p:nvSpPr>
        <p:spPr>
          <a:xfrm>
            <a:off x="566750" y="2753425"/>
            <a:ext cx="7580400" cy="129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 SemiBold"/>
              <a:buNone/>
              <a:defRPr sz="45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"/>
              <a:buNone/>
              <a:defRPr sz="45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"/>
              <a:buNone/>
              <a:defRPr sz="45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"/>
              <a:buNone/>
              <a:defRPr sz="45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"/>
              <a:buNone/>
              <a:defRPr sz="45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"/>
              <a:buNone/>
              <a:defRPr sz="45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"/>
              <a:buNone/>
              <a:defRPr sz="45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"/>
              <a:buNone/>
              <a:defRPr sz="45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DM Sans"/>
              <a:buNone/>
              <a:defRPr sz="45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pic>
        <p:nvPicPr>
          <p:cNvPr id="41" name="Google Shape;4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37" y="290542"/>
            <a:ext cx="1315050" cy="68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1">
  <p:cSld name="CUSTOM_3">
    <p:bg>
      <p:bgPr>
        <a:solidFill>
          <a:srgbClr val="FAFAFA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49055" y="0"/>
            <a:ext cx="4495540" cy="5143501"/>
          </a:xfrm>
          <a:prstGeom prst="rect">
            <a:avLst/>
          </a:prstGeom>
          <a:noFill/>
          <a:ln>
            <a:noFill/>
          </a:ln>
          <a:effectLst>
            <a:outerShdw blurRad="57150" dist="19050" dir="6120000" algn="bl" rotWithShape="0">
              <a:srgbClr val="620D09">
                <a:alpha val="50000"/>
              </a:srgbClr>
            </a:outerShdw>
          </a:effectLst>
        </p:spPr>
      </p:pic>
      <p:sp>
        <p:nvSpPr>
          <p:cNvPr id="44" name="Google Shape;44;p3"/>
          <p:cNvSpPr/>
          <p:nvPr/>
        </p:nvSpPr>
        <p:spPr>
          <a:xfrm>
            <a:off x="4575050" y="-13750"/>
            <a:ext cx="4542000" cy="5157300"/>
          </a:xfrm>
          <a:prstGeom prst="rect">
            <a:avLst/>
          </a:prstGeom>
          <a:gradFill>
            <a:gsLst>
              <a:gs pos="0">
                <a:srgbClr val="FAFAFA"/>
              </a:gs>
              <a:gs pos="100000">
                <a:srgbClr val="FAFAFA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" name="Google Shape;45;p3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/>
          </p:nvPr>
        </p:nvSpPr>
        <p:spPr>
          <a:xfrm>
            <a:off x="864350" y="790700"/>
            <a:ext cx="40983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>
          <a:xfrm>
            <a:off x="566750" y="962000"/>
            <a:ext cx="210000" cy="10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ubTitle" idx="2"/>
          </p:nvPr>
        </p:nvSpPr>
        <p:spPr>
          <a:xfrm>
            <a:off x="566750" y="1336275"/>
            <a:ext cx="210000" cy="15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3"/>
          </p:nvPr>
        </p:nvSpPr>
        <p:spPr>
          <a:xfrm>
            <a:off x="566750" y="1754650"/>
            <a:ext cx="210000" cy="15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"/>
          <p:cNvSpPr txBox="1">
            <a:spLocks noGrp="1"/>
          </p:cNvSpPr>
          <p:nvPr>
            <p:ph type="subTitle" idx="4"/>
          </p:nvPr>
        </p:nvSpPr>
        <p:spPr>
          <a:xfrm>
            <a:off x="566750" y="2173025"/>
            <a:ext cx="210000" cy="15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3"/>
          <p:cNvCxnSpPr/>
          <p:nvPr/>
        </p:nvCxnSpPr>
        <p:spPr>
          <a:xfrm>
            <a:off x="571500" y="3424125"/>
            <a:ext cx="27135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2" name="Google Shape;52;p3"/>
          <p:cNvSpPr txBox="1">
            <a:spLocks noGrp="1"/>
          </p:cNvSpPr>
          <p:nvPr>
            <p:ph type="subTitle" idx="5"/>
          </p:nvPr>
        </p:nvSpPr>
        <p:spPr>
          <a:xfrm>
            <a:off x="566025" y="3607000"/>
            <a:ext cx="3813900" cy="101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1200"/>
              </a:spcBef>
              <a:spcAft>
                <a:spcPts val="120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3" name="Google Shape;53;p3"/>
          <p:cNvSpPr txBox="1">
            <a:spLocks noGrp="1"/>
          </p:cNvSpPr>
          <p:nvPr>
            <p:ph type="title" idx="6"/>
          </p:nvPr>
        </p:nvSpPr>
        <p:spPr>
          <a:xfrm>
            <a:off x="864350" y="1209075"/>
            <a:ext cx="40983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54" name="Google Shape;54;p3"/>
          <p:cNvSpPr txBox="1">
            <a:spLocks noGrp="1"/>
          </p:cNvSpPr>
          <p:nvPr>
            <p:ph type="title" idx="7"/>
          </p:nvPr>
        </p:nvSpPr>
        <p:spPr>
          <a:xfrm>
            <a:off x="864350" y="1627450"/>
            <a:ext cx="40983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55" name="Google Shape;55;p3"/>
          <p:cNvSpPr txBox="1">
            <a:spLocks noGrp="1"/>
          </p:cNvSpPr>
          <p:nvPr>
            <p:ph type="title" idx="8"/>
          </p:nvPr>
        </p:nvSpPr>
        <p:spPr>
          <a:xfrm>
            <a:off x="864350" y="2045825"/>
            <a:ext cx="40983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9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"/>
          <p:cNvSpPr txBox="1">
            <a:spLocks noGrp="1"/>
          </p:cNvSpPr>
          <p:nvPr>
            <p:ph type="subTitle" idx="13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sldNum" idx="14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">
          <p15:clr>
            <a:srgbClr val="E46962"/>
          </p15:clr>
        </p15:guide>
        <p15:guide id="2" orient="horz" pos="144">
          <p15:clr>
            <a:srgbClr val="E46962"/>
          </p15:clr>
        </p15:guide>
        <p15:guide id="3" orient="horz" pos="16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2">
  <p:cSld name="CUSTOM_3_1">
    <p:bg>
      <p:bgPr>
        <a:solidFill>
          <a:srgbClr val="FAFAFA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49055" y="0"/>
            <a:ext cx="4495540" cy="5143501"/>
          </a:xfrm>
          <a:prstGeom prst="rect">
            <a:avLst/>
          </a:prstGeom>
          <a:noFill/>
          <a:ln>
            <a:noFill/>
          </a:ln>
          <a:effectLst>
            <a:outerShdw blurRad="57150" dist="19050" dir="6120000" algn="bl" rotWithShape="0">
              <a:srgbClr val="620D09">
                <a:alpha val="50000"/>
              </a:srgbClr>
            </a:outerShdw>
          </a:effectLst>
        </p:spPr>
      </p:pic>
      <p:sp>
        <p:nvSpPr>
          <p:cNvPr id="61" name="Google Shape;61;p4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title"/>
          </p:nvPr>
        </p:nvSpPr>
        <p:spPr>
          <a:xfrm>
            <a:off x="864350" y="790700"/>
            <a:ext cx="33699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63" name="Google Shape;63;p4"/>
          <p:cNvSpPr txBox="1">
            <a:spLocks noGrp="1"/>
          </p:cNvSpPr>
          <p:nvPr>
            <p:ph type="subTitle" idx="1"/>
          </p:nvPr>
        </p:nvSpPr>
        <p:spPr>
          <a:xfrm>
            <a:off x="566750" y="962000"/>
            <a:ext cx="210000" cy="10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subTitle" idx="2"/>
          </p:nvPr>
        </p:nvSpPr>
        <p:spPr>
          <a:xfrm>
            <a:off x="566750" y="1336275"/>
            <a:ext cx="210000" cy="15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"/>
          <p:cNvSpPr txBox="1">
            <a:spLocks noGrp="1"/>
          </p:cNvSpPr>
          <p:nvPr>
            <p:ph type="subTitle" idx="3"/>
          </p:nvPr>
        </p:nvSpPr>
        <p:spPr>
          <a:xfrm>
            <a:off x="566750" y="1754650"/>
            <a:ext cx="210000" cy="15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"/>
          <p:cNvSpPr txBox="1">
            <a:spLocks noGrp="1"/>
          </p:cNvSpPr>
          <p:nvPr>
            <p:ph type="subTitle" idx="4"/>
          </p:nvPr>
        </p:nvSpPr>
        <p:spPr>
          <a:xfrm>
            <a:off x="566750" y="2173025"/>
            <a:ext cx="210000" cy="15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cxnSp>
        <p:nvCxnSpPr>
          <p:cNvPr id="67" name="Google Shape;67;p4"/>
          <p:cNvCxnSpPr/>
          <p:nvPr/>
        </p:nvCxnSpPr>
        <p:spPr>
          <a:xfrm>
            <a:off x="571500" y="3424125"/>
            <a:ext cx="2713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8" name="Google Shape;68;p4"/>
          <p:cNvSpPr txBox="1">
            <a:spLocks noGrp="1"/>
          </p:cNvSpPr>
          <p:nvPr>
            <p:ph type="subTitle" idx="5"/>
          </p:nvPr>
        </p:nvSpPr>
        <p:spPr>
          <a:xfrm>
            <a:off x="566025" y="3607000"/>
            <a:ext cx="3813900" cy="101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120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1200"/>
              </a:spcBef>
              <a:spcAft>
                <a:spcPts val="120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9" name="Google Shape;69;p4"/>
          <p:cNvSpPr txBox="1">
            <a:spLocks noGrp="1"/>
          </p:cNvSpPr>
          <p:nvPr>
            <p:ph type="title" idx="6"/>
          </p:nvPr>
        </p:nvSpPr>
        <p:spPr>
          <a:xfrm>
            <a:off x="864350" y="1209075"/>
            <a:ext cx="33699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70" name="Google Shape;70;p4"/>
          <p:cNvSpPr txBox="1">
            <a:spLocks noGrp="1"/>
          </p:cNvSpPr>
          <p:nvPr>
            <p:ph type="title" idx="7"/>
          </p:nvPr>
        </p:nvSpPr>
        <p:spPr>
          <a:xfrm>
            <a:off x="864350" y="1627450"/>
            <a:ext cx="33699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71" name="Google Shape;71;p4"/>
          <p:cNvSpPr txBox="1">
            <a:spLocks noGrp="1"/>
          </p:cNvSpPr>
          <p:nvPr>
            <p:ph type="title" idx="8"/>
          </p:nvPr>
        </p:nvSpPr>
        <p:spPr>
          <a:xfrm>
            <a:off x="864350" y="2045825"/>
            <a:ext cx="3369900" cy="2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DM Sans SemiBold"/>
              <a:buNone/>
              <a:defRPr sz="23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72" name="Google Shape;72;p4"/>
          <p:cNvSpPr txBox="1">
            <a:spLocks noGrp="1"/>
          </p:cNvSpPr>
          <p:nvPr>
            <p:ph type="subTitle" idx="9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"/>
          <p:cNvSpPr txBox="1">
            <a:spLocks noGrp="1"/>
          </p:cNvSpPr>
          <p:nvPr>
            <p:ph type="subTitle" idx="13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74" name="Google Shape;74;p4"/>
          <p:cNvSpPr txBox="1">
            <a:spLocks noGrp="1"/>
          </p:cNvSpPr>
          <p:nvPr>
            <p:ph type="sldNum" idx="14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">
          <p15:clr>
            <a:srgbClr val="E46962"/>
          </p15:clr>
        </p15:guide>
        <p15:guide id="2" orient="horz" pos="144">
          <p15:clr>
            <a:srgbClr val="E46962"/>
          </p15:clr>
        </p15:guide>
        <p15:guide id="3" orient="horz" pos="16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/ Chapter Slide / Purple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5"/>
          <p:cNvSpPr txBox="1">
            <a:spLocks noGrp="1"/>
          </p:cNvSpPr>
          <p:nvPr>
            <p:ph type="title"/>
          </p:nvPr>
        </p:nvSpPr>
        <p:spPr>
          <a:xfrm>
            <a:off x="988950" y="3257975"/>
            <a:ext cx="5255400" cy="109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DM Sans SemiBold"/>
              <a:buNone/>
              <a:defRPr sz="3800" b="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8" name="Google Shape;78;p5"/>
          <p:cNvSpPr txBox="1">
            <a:spLocks noGrp="1"/>
          </p:cNvSpPr>
          <p:nvPr>
            <p:ph type="subTitle" idx="1"/>
          </p:nvPr>
        </p:nvSpPr>
        <p:spPr>
          <a:xfrm>
            <a:off x="566750" y="3470625"/>
            <a:ext cx="417600" cy="26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Mono Light"/>
              <a:buNone/>
              <a:defRPr sz="1900">
                <a:solidFill>
                  <a:schemeClr val="lt1"/>
                </a:solidFill>
                <a:latin typeface="DM Mono Light"/>
                <a:ea typeface="DM Mono Light"/>
                <a:cs typeface="DM Mono Light"/>
                <a:sym typeface="DM Mono Light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6">
          <p15:clr>
            <a:srgbClr val="E46962"/>
          </p15:clr>
        </p15:guide>
        <p15:guide id="2" orient="horz" pos="2642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/ Chapter Slide / Red">
  <p:cSld name="CUSTOM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6"/>
          <p:cNvSpPr txBox="1">
            <a:spLocks noGrp="1"/>
          </p:cNvSpPr>
          <p:nvPr>
            <p:ph type="title"/>
          </p:nvPr>
        </p:nvSpPr>
        <p:spPr>
          <a:xfrm>
            <a:off x="988950" y="3257975"/>
            <a:ext cx="5255400" cy="109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DM Sans SemiBold"/>
              <a:buNone/>
              <a:defRPr sz="3800" b="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2" name="Google Shape;82;p6"/>
          <p:cNvSpPr txBox="1">
            <a:spLocks noGrp="1"/>
          </p:cNvSpPr>
          <p:nvPr>
            <p:ph type="subTitle" idx="1"/>
          </p:nvPr>
        </p:nvSpPr>
        <p:spPr>
          <a:xfrm>
            <a:off x="566750" y="3470625"/>
            <a:ext cx="417600" cy="26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Mono Light"/>
              <a:buNone/>
              <a:defRPr sz="1900">
                <a:solidFill>
                  <a:schemeClr val="lt1"/>
                </a:solidFill>
                <a:latin typeface="DM Mono Light"/>
                <a:ea typeface="DM Mono Light"/>
                <a:cs typeface="DM Mono Light"/>
                <a:sym typeface="DM Mono Light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6">
          <p15:clr>
            <a:srgbClr val="E46962"/>
          </p15:clr>
        </p15:guide>
        <p15:guide id="2" orient="horz" pos="2642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/ Chapter Slide / Blue">
  <p:cSld name="CUSTOM_4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988950" y="3257975"/>
            <a:ext cx="5255400" cy="109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DM Sans SemiBold"/>
              <a:buNone/>
              <a:defRPr sz="3800" b="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1"/>
          </p:nvPr>
        </p:nvSpPr>
        <p:spPr>
          <a:xfrm>
            <a:off x="566750" y="3470625"/>
            <a:ext cx="417600" cy="26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Mono Light"/>
              <a:buNone/>
              <a:defRPr sz="1900">
                <a:solidFill>
                  <a:schemeClr val="lt1"/>
                </a:solidFill>
                <a:latin typeface="DM Mono Light"/>
                <a:ea typeface="DM Mono Light"/>
                <a:cs typeface="DM Mono Light"/>
                <a:sym typeface="DM Mono Light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6">
          <p15:clr>
            <a:srgbClr val="E46962"/>
          </p15:clr>
        </p15:guide>
        <p15:guide id="2" orient="horz" pos="2642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/ Chapter Slide / Green">
  <p:cSld name="CUSTOM_4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988950" y="3257975"/>
            <a:ext cx="5255400" cy="109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DM Sans SemiBold"/>
              <a:buNone/>
              <a:defRPr sz="3800" b="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DM Sans"/>
              <a:buNone/>
              <a:defRPr sz="38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ubTitle" idx="1"/>
          </p:nvPr>
        </p:nvSpPr>
        <p:spPr>
          <a:xfrm>
            <a:off x="566750" y="3470625"/>
            <a:ext cx="417600" cy="26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Mono Light"/>
              <a:buNone/>
              <a:defRPr sz="1900">
                <a:solidFill>
                  <a:schemeClr val="lt1"/>
                </a:solidFill>
                <a:latin typeface="DM Mono Light"/>
                <a:ea typeface="DM Mono Light"/>
                <a:cs typeface="DM Mono Light"/>
                <a:sym typeface="DM Mono Light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500"/>
              <a:buFont typeface="DM Mono Light"/>
              <a:buNone/>
              <a:defRPr sz="500">
                <a:latin typeface="DM Mono Light"/>
                <a:ea typeface="DM Mono Light"/>
                <a:cs typeface="DM Mono Light"/>
                <a:sym typeface="DM Mon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6">
          <p15:clr>
            <a:srgbClr val="E46962"/>
          </p15:clr>
        </p15:guide>
        <p15:guide id="2" orient="horz" pos="2642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: Long">
  <p:cSld name="CUSTOM_5_2">
    <p:bg>
      <p:bgPr>
        <a:solidFill>
          <a:schemeClr val="accent5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>
            <a:spLocks noGrp="1"/>
          </p:cNvSpPr>
          <p:nvPr>
            <p:ph type="pic" idx="2"/>
          </p:nvPr>
        </p:nvSpPr>
        <p:spPr>
          <a:xfrm>
            <a:off x="7379125" y="4434525"/>
            <a:ext cx="1204800" cy="2475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9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subTitle" idx="1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DM Mono"/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95" name="Google Shape;9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"/>
          <p:cNvSpPr txBox="1">
            <a:spLocks noGrp="1"/>
          </p:cNvSpPr>
          <p:nvPr>
            <p:ph type="subTitle" idx="3"/>
          </p:nvPr>
        </p:nvSpPr>
        <p:spPr>
          <a:xfrm>
            <a:off x="566922" y="402325"/>
            <a:ext cx="2555400" cy="32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Mono"/>
              <a:buNone/>
              <a:defRPr sz="7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title"/>
          </p:nvPr>
        </p:nvSpPr>
        <p:spPr>
          <a:xfrm>
            <a:off x="571500" y="1218450"/>
            <a:ext cx="6657300" cy="281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98" name="Google Shape;9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848300"/>
            <a:ext cx="221110" cy="180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p9"/>
          <p:cNvCxnSpPr/>
          <p:nvPr/>
        </p:nvCxnSpPr>
        <p:spPr>
          <a:xfrm>
            <a:off x="4652600" y="4305025"/>
            <a:ext cx="3935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0" name="Google Shape;100;p9"/>
          <p:cNvSpPr txBox="1">
            <a:spLocks noGrp="1"/>
          </p:cNvSpPr>
          <p:nvPr>
            <p:ph type="subTitle" idx="4"/>
          </p:nvPr>
        </p:nvSpPr>
        <p:spPr>
          <a:xfrm>
            <a:off x="4649050" y="4414475"/>
            <a:ext cx="23019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DM Mono Medium"/>
              <a:buNone/>
              <a:defRPr sz="85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subTitle" idx="5"/>
          </p:nvPr>
        </p:nvSpPr>
        <p:spPr>
          <a:xfrm>
            <a:off x="4649050" y="4536150"/>
            <a:ext cx="23019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DM Mono Light"/>
              <a:buNone/>
              <a:defRPr sz="850">
                <a:solidFill>
                  <a:schemeClr val="lt1"/>
                </a:solidFill>
                <a:latin typeface="DM Mono Light"/>
                <a:ea typeface="DM Mono Light"/>
                <a:cs typeface="DM Mono Light"/>
                <a:sym typeface="DM Mono Light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6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06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: Short">
  <p:cSld name="CUSTOM_5_2_1">
    <p:bg>
      <p:bgPr>
        <a:solidFill>
          <a:srgbClr val="10487B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subTitle" idx="1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DM Mono"/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06" name="Google Shape;10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0"/>
          <p:cNvSpPr txBox="1">
            <a:spLocks noGrp="1"/>
          </p:cNvSpPr>
          <p:nvPr>
            <p:ph type="subTitle" idx="2"/>
          </p:nvPr>
        </p:nvSpPr>
        <p:spPr>
          <a:xfrm>
            <a:off x="566750" y="402325"/>
            <a:ext cx="2555400" cy="32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Mono"/>
              <a:buNone/>
              <a:defRPr sz="7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900"/>
              <a:buFont typeface="DM Mono"/>
              <a:buNone/>
              <a:defRPr sz="9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571500" y="1215683"/>
            <a:ext cx="6657300" cy="281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09" name="Google Shape;10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848300"/>
            <a:ext cx="221110" cy="180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0"/>
          <p:cNvCxnSpPr/>
          <p:nvPr/>
        </p:nvCxnSpPr>
        <p:spPr>
          <a:xfrm>
            <a:off x="4652600" y="4305025"/>
            <a:ext cx="3935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1" name="Google Shape;111;p10"/>
          <p:cNvSpPr txBox="1">
            <a:spLocks noGrp="1"/>
          </p:cNvSpPr>
          <p:nvPr>
            <p:ph type="subTitle" idx="3"/>
          </p:nvPr>
        </p:nvSpPr>
        <p:spPr>
          <a:xfrm>
            <a:off x="4649050" y="4414475"/>
            <a:ext cx="23019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DM Mono Medium"/>
              <a:buNone/>
              <a:defRPr sz="85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0"/>
          <p:cNvSpPr txBox="1">
            <a:spLocks noGrp="1"/>
          </p:cNvSpPr>
          <p:nvPr>
            <p:ph type="subTitle" idx="4"/>
          </p:nvPr>
        </p:nvSpPr>
        <p:spPr>
          <a:xfrm>
            <a:off x="4649050" y="4536150"/>
            <a:ext cx="23019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DM Mono Light"/>
              <a:buNone/>
              <a:defRPr sz="850">
                <a:solidFill>
                  <a:schemeClr val="lt1"/>
                </a:solidFill>
                <a:latin typeface="DM Mono Light"/>
                <a:ea typeface="DM Mono Light"/>
                <a:cs typeface="DM Mono Light"/>
                <a:sym typeface="DM Mono Light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0"/>
          <p:cNvSpPr>
            <a:spLocks noGrp="1"/>
          </p:cNvSpPr>
          <p:nvPr>
            <p:ph type="pic" idx="5"/>
          </p:nvPr>
        </p:nvSpPr>
        <p:spPr>
          <a:xfrm>
            <a:off x="7379125" y="4434525"/>
            <a:ext cx="1204800" cy="2475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0"/>
          <p:cNvSpPr txBox="1">
            <a:spLocks noGrp="1"/>
          </p:cNvSpPr>
          <p:nvPr>
            <p:ph type="sldNum" idx="6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solidFill>
                  <a:schemeClr val="lt1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06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Graphic | 2 Column | 01" type="secHead">
  <p:cSld name="SECTION_HEADER">
    <p:bg>
      <p:bgPr>
        <a:solidFill>
          <a:srgbClr val="FAFAF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>
            <a:spLocks noGrp="1"/>
          </p:cNvSpPr>
          <p:nvPr>
            <p:ph type="pic" idx="2"/>
          </p:nvPr>
        </p:nvSpPr>
        <p:spPr>
          <a:xfrm>
            <a:off x="5016500" y="654550"/>
            <a:ext cx="3568200" cy="39516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1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subTitle" idx="3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39252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22" name="Google Shape;122;p11"/>
          <p:cNvSpPr txBox="1">
            <a:spLocks noGrp="1"/>
          </p:cNvSpPr>
          <p:nvPr>
            <p:ph type="sldNum" idx="4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1"/>
          <p:cNvSpPr txBox="1">
            <a:spLocks noGrp="1"/>
          </p:cNvSpPr>
          <p:nvPr>
            <p:ph type="body" idx="5"/>
          </p:nvPr>
        </p:nvSpPr>
        <p:spPr>
          <a:xfrm>
            <a:off x="566750" y="1979675"/>
            <a:ext cx="4134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Graphic | 2 Column | 02">
  <p:cSld name="SECTION_HEADER_1">
    <p:bg>
      <p:bgPr>
        <a:solidFill>
          <a:srgbClr val="FAFAFA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>
            <a:spLocks noGrp="1"/>
          </p:cNvSpPr>
          <p:nvPr>
            <p:ph type="pic" idx="2"/>
          </p:nvPr>
        </p:nvSpPr>
        <p:spPr>
          <a:xfrm>
            <a:off x="571500" y="420075"/>
            <a:ext cx="3925200" cy="42936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12"/>
          <p:cNvSpPr txBox="1">
            <a:spLocks noGrp="1"/>
          </p:cNvSpPr>
          <p:nvPr>
            <p:ph type="subTitle" idx="1"/>
          </p:nvPr>
        </p:nvSpPr>
        <p:spPr>
          <a:xfrm>
            <a:off x="4725250" y="402325"/>
            <a:ext cx="25797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27" name="Google Shape;127;p12"/>
          <p:cNvSpPr txBox="1">
            <a:spLocks noGrp="1"/>
          </p:cNvSpPr>
          <p:nvPr>
            <p:ph type="subTitle" idx="3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title"/>
          </p:nvPr>
        </p:nvSpPr>
        <p:spPr>
          <a:xfrm>
            <a:off x="4730496" y="584175"/>
            <a:ext cx="39252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9" name="Google Shape;12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2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31" name="Google Shape;131;p12"/>
          <p:cNvSpPr txBox="1">
            <a:spLocks noGrp="1"/>
          </p:cNvSpPr>
          <p:nvPr>
            <p:ph type="sldNum" idx="4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2"/>
          <p:cNvSpPr txBox="1">
            <a:spLocks noGrp="1"/>
          </p:cNvSpPr>
          <p:nvPr>
            <p:ph type="body" idx="5"/>
          </p:nvPr>
        </p:nvSpPr>
        <p:spPr>
          <a:xfrm>
            <a:off x="4737658" y="1979675"/>
            <a:ext cx="4134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Graphic | 2 Column | 03">
  <p:cSld name="SECTION_HEADER_1_1">
    <p:bg>
      <p:bgPr>
        <a:solidFill>
          <a:srgbClr val="FAFAF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>
            <a:spLocks noGrp="1"/>
          </p:cNvSpPr>
          <p:nvPr>
            <p:ph type="pic" idx="2"/>
          </p:nvPr>
        </p:nvSpPr>
        <p:spPr>
          <a:xfrm>
            <a:off x="571500" y="1707800"/>
            <a:ext cx="4813200" cy="30060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ldNum" idx="3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ubTitle" idx="4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title"/>
          </p:nvPr>
        </p:nvSpPr>
        <p:spPr>
          <a:xfrm>
            <a:off x="563290" y="584175"/>
            <a:ext cx="78954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5"/>
          </p:nvPr>
        </p:nvSpPr>
        <p:spPr>
          <a:xfrm>
            <a:off x="5519750" y="1694967"/>
            <a:ext cx="34170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Graphic | 2 Column | 04">
  <p:cSld name="SECTION_HEADER_2">
    <p:bg>
      <p:bgPr>
        <a:solidFill>
          <a:srgbClr val="FAFAFA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>
            <a:spLocks noGrp="1"/>
          </p:cNvSpPr>
          <p:nvPr>
            <p:ph type="pic" idx="2"/>
          </p:nvPr>
        </p:nvSpPr>
        <p:spPr>
          <a:xfrm>
            <a:off x="572825" y="1492825"/>
            <a:ext cx="3925200" cy="19092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14"/>
          <p:cNvSpPr>
            <a:spLocks noGrp="1"/>
          </p:cNvSpPr>
          <p:nvPr>
            <p:ph type="pic" idx="3"/>
          </p:nvPr>
        </p:nvSpPr>
        <p:spPr>
          <a:xfrm>
            <a:off x="4655900" y="1492825"/>
            <a:ext cx="3925200" cy="19092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14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46" name="Google Shape;146;p14"/>
          <p:cNvSpPr txBox="1">
            <a:spLocks noGrp="1"/>
          </p:cNvSpPr>
          <p:nvPr>
            <p:ph type="subTitle" idx="4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6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8" name="Google Shape;14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50" name="Google Shape;150;p14"/>
          <p:cNvSpPr txBox="1">
            <a:spLocks noGrp="1"/>
          </p:cNvSpPr>
          <p:nvPr>
            <p:ph type="sldNum" idx="5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14"/>
          <p:cNvSpPr txBox="1">
            <a:spLocks noGrp="1"/>
          </p:cNvSpPr>
          <p:nvPr>
            <p:ph type="body" idx="6"/>
          </p:nvPr>
        </p:nvSpPr>
        <p:spPr>
          <a:xfrm>
            <a:off x="566750" y="3549625"/>
            <a:ext cx="3925200" cy="12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2" name="Google Shape;152;p14"/>
          <p:cNvSpPr txBox="1">
            <a:spLocks noGrp="1"/>
          </p:cNvSpPr>
          <p:nvPr>
            <p:ph type="body" idx="7"/>
          </p:nvPr>
        </p:nvSpPr>
        <p:spPr>
          <a:xfrm>
            <a:off x="4681550" y="3549625"/>
            <a:ext cx="3925200" cy="12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Graphic | 3 Column | 05">
  <p:cSld name="SECTION_HEADER_2_1">
    <p:bg>
      <p:bgPr>
        <a:solidFill>
          <a:srgbClr val="FAFAFA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>
            <a:spLocks noGrp="1"/>
          </p:cNvSpPr>
          <p:nvPr>
            <p:ph type="pic" idx="2"/>
          </p:nvPr>
        </p:nvSpPr>
        <p:spPr>
          <a:xfrm>
            <a:off x="566175" y="1499500"/>
            <a:ext cx="2570400" cy="18984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15"/>
          <p:cNvSpPr>
            <a:spLocks noGrp="1"/>
          </p:cNvSpPr>
          <p:nvPr>
            <p:ph type="pic" idx="3"/>
          </p:nvPr>
        </p:nvSpPr>
        <p:spPr>
          <a:xfrm>
            <a:off x="3283800" y="1499500"/>
            <a:ext cx="2570400" cy="18984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15"/>
          <p:cNvSpPr>
            <a:spLocks noGrp="1"/>
          </p:cNvSpPr>
          <p:nvPr>
            <p:ph type="pic" idx="4"/>
          </p:nvPr>
        </p:nvSpPr>
        <p:spPr>
          <a:xfrm>
            <a:off x="6008075" y="1499500"/>
            <a:ext cx="2570400" cy="18984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15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70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58" name="Google Shape;158;p15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subTitle" idx="5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6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61" name="Google Shape;16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 txBox="1">
            <a:spLocks noGrp="1"/>
          </p:cNvSpPr>
          <p:nvPr>
            <p:ph type="sldNum" idx="6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7"/>
          </p:nvPr>
        </p:nvSpPr>
        <p:spPr>
          <a:xfrm>
            <a:off x="566750" y="3549625"/>
            <a:ext cx="2570400" cy="12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8"/>
          </p:nvPr>
        </p:nvSpPr>
        <p:spPr>
          <a:xfrm>
            <a:off x="3283800" y="3549625"/>
            <a:ext cx="2570400" cy="12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 txBox="1">
            <a:spLocks noGrp="1"/>
          </p:cNvSpPr>
          <p:nvPr>
            <p:ph type="body" idx="9"/>
          </p:nvPr>
        </p:nvSpPr>
        <p:spPr>
          <a:xfrm>
            <a:off x="6000850" y="3549625"/>
            <a:ext cx="2570400" cy="12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 | 06">
  <p:cSld name="CUSTOM_6">
    <p:bg>
      <p:bgPr>
        <a:solidFill>
          <a:srgbClr val="FAFAFA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>
            <a:spLocks noGrp="1"/>
          </p:cNvSpPr>
          <p:nvPr>
            <p:ph type="pic" idx="2"/>
          </p:nvPr>
        </p:nvSpPr>
        <p:spPr>
          <a:xfrm>
            <a:off x="572825" y="412975"/>
            <a:ext cx="8011800" cy="42897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16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69" name="Google Shape;169;p16"/>
          <p:cNvSpPr txBox="1">
            <a:spLocks noGrp="1"/>
          </p:cNvSpPr>
          <p:nvPr>
            <p:ph type="subTitle" idx="1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170" name="Google Shape;170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>
            <a:spLocks noGrp="1"/>
          </p:cNvSpPr>
          <p:nvPr>
            <p:ph type="sldNum" idx="3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Graphic | 1 Column | 07">
  <p:cSld name="CUSTOM_5_1">
    <p:bg>
      <p:bgPr>
        <a:solidFill>
          <a:srgbClr val="FAFAFA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>
            <a:spLocks noGrp="1"/>
          </p:cNvSpPr>
          <p:nvPr>
            <p:ph type="pic" idx="2"/>
          </p:nvPr>
        </p:nvSpPr>
        <p:spPr>
          <a:xfrm>
            <a:off x="572825" y="1645225"/>
            <a:ext cx="80130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17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75" name="Google Shape;175;p17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l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3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73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78" name="Google Shape;17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>
            <a:spLocks noGrp="1"/>
          </p:cNvSpPr>
          <p:nvPr>
            <p:ph type="sldNum" idx="4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Graphic | 2 Column | 08">
  <p:cSld name="CUSTOM_5_1_1">
    <p:bg>
      <p:bgPr>
        <a:solidFill>
          <a:srgbClr val="FAFAFA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>
            <a:spLocks noGrp="1"/>
          </p:cNvSpPr>
          <p:nvPr>
            <p:ph type="pic" idx="2"/>
          </p:nvPr>
        </p:nvSpPr>
        <p:spPr>
          <a:xfrm>
            <a:off x="572825" y="1642400"/>
            <a:ext cx="39303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18"/>
          <p:cNvSpPr>
            <a:spLocks noGrp="1"/>
          </p:cNvSpPr>
          <p:nvPr>
            <p:ph type="pic" idx="3"/>
          </p:nvPr>
        </p:nvSpPr>
        <p:spPr>
          <a:xfrm>
            <a:off x="4655900" y="1642400"/>
            <a:ext cx="39303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18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84" name="Google Shape;184;p18"/>
          <p:cNvSpPr txBox="1">
            <a:spLocks noGrp="1"/>
          </p:cNvSpPr>
          <p:nvPr>
            <p:ph type="subTitle" idx="4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8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6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sldNum" idx="5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Graphic | 3 Column | 09">
  <p:cSld name="CUSTOM_5_1_1_2">
    <p:bg>
      <p:bgPr>
        <a:solidFill>
          <a:srgbClr val="FAFAFA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>
            <a:spLocks noGrp="1"/>
          </p:cNvSpPr>
          <p:nvPr>
            <p:ph type="pic" idx="2"/>
          </p:nvPr>
        </p:nvSpPr>
        <p:spPr>
          <a:xfrm>
            <a:off x="564550" y="1642400"/>
            <a:ext cx="25692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19"/>
          <p:cNvSpPr>
            <a:spLocks noGrp="1"/>
          </p:cNvSpPr>
          <p:nvPr>
            <p:ph type="pic" idx="3"/>
          </p:nvPr>
        </p:nvSpPr>
        <p:spPr>
          <a:xfrm>
            <a:off x="3295500" y="1642400"/>
            <a:ext cx="25692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19"/>
          <p:cNvSpPr>
            <a:spLocks noGrp="1"/>
          </p:cNvSpPr>
          <p:nvPr>
            <p:ph type="pic" idx="4"/>
          </p:nvPr>
        </p:nvSpPr>
        <p:spPr>
          <a:xfrm>
            <a:off x="6006450" y="1642400"/>
            <a:ext cx="25692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19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2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5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73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96" name="Google Shape;19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ldNum" idx="6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| 10">
  <p:cSld name="CUSTOM_5_1_1_1_2">
    <p:bg>
      <p:bgPr>
        <a:solidFill>
          <a:srgbClr val="FAFAFA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01" name="Google Shape;201;p20"/>
          <p:cNvSpPr txBox="1">
            <a:spLocks noGrp="1"/>
          </p:cNvSpPr>
          <p:nvPr>
            <p:ph type="subTitle" idx="2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02" name="Google Shape;20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52854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0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05" name="Google Shape;205;p20"/>
          <p:cNvSpPr txBox="1">
            <a:spLocks noGrp="1"/>
          </p:cNvSpPr>
          <p:nvPr>
            <p:ph type="sldNum" idx="3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| 1 Column | 11">
  <p:cSld name="CUSTOM_5_1_1_1">
    <p:bg>
      <p:bgPr>
        <a:solidFill>
          <a:srgbClr val="FAFAFA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subTitle" idx="2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>
            <a:spLocks noGrp="1"/>
          </p:cNvSpPr>
          <p:nvPr>
            <p:ph type="title"/>
          </p:nvPr>
        </p:nvSpPr>
        <p:spPr>
          <a:xfrm>
            <a:off x="563294" y="584175"/>
            <a:ext cx="6428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12" name="Google Shape;212;p21"/>
          <p:cNvSpPr txBox="1">
            <a:spLocks noGrp="1"/>
          </p:cNvSpPr>
          <p:nvPr>
            <p:ph type="sldNum" idx="3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body" idx="4"/>
          </p:nvPr>
        </p:nvSpPr>
        <p:spPr>
          <a:xfrm>
            <a:off x="566750" y="1598675"/>
            <a:ext cx="79722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| 2 Column | 12">
  <p:cSld name="CUSTOM_5_1_1_1_1">
    <p:bg>
      <p:bgPr>
        <a:solidFill>
          <a:srgbClr val="FAFAF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16" name="Google Shape;216;p22"/>
          <p:cNvSpPr txBox="1">
            <a:spLocks noGrp="1"/>
          </p:cNvSpPr>
          <p:nvPr>
            <p:ph type="subTitle" idx="2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17" name="Google Shape;21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6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2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20" name="Google Shape;220;p22"/>
          <p:cNvSpPr txBox="1">
            <a:spLocks noGrp="1"/>
          </p:cNvSpPr>
          <p:nvPr>
            <p:ph type="sldNum" idx="3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22"/>
          <p:cNvSpPr txBox="1">
            <a:spLocks noGrp="1"/>
          </p:cNvSpPr>
          <p:nvPr>
            <p:ph type="body" idx="4"/>
          </p:nvPr>
        </p:nvSpPr>
        <p:spPr>
          <a:xfrm>
            <a:off x="566750" y="1598592"/>
            <a:ext cx="3925200" cy="29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2" name="Google Shape;222;p22"/>
          <p:cNvSpPr txBox="1">
            <a:spLocks noGrp="1"/>
          </p:cNvSpPr>
          <p:nvPr>
            <p:ph type="body" idx="5"/>
          </p:nvPr>
        </p:nvSpPr>
        <p:spPr>
          <a:xfrm>
            <a:off x="4681550" y="1598592"/>
            <a:ext cx="3925200" cy="29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| 3 Column | 13">
  <p:cSld name="CUSTOM_5_1_1_1_1_1">
    <p:bg>
      <p:bgPr>
        <a:solidFill>
          <a:srgbClr val="FAFAFA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72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25" name="Google Shape;225;p23"/>
          <p:cNvSpPr txBox="1">
            <a:spLocks noGrp="1"/>
          </p:cNvSpPr>
          <p:nvPr>
            <p:ph type="subTitle" idx="2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26" name="Google Shape;22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6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3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29" name="Google Shape;229;p23"/>
          <p:cNvSpPr txBox="1">
            <a:spLocks noGrp="1"/>
          </p:cNvSpPr>
          <p:nvPr>
            <p:ph type="sldNum" idx="3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3"/>
          <p:cNvSpPr txBox="1">
            <a:spLocks noGrp="1"/>
          </p:cNvSpPr>
          <p:nvPr>
            <p:ph type="body" idx="4"/>
          </p:nvPr>
        </p:nvSpPr>
        <p:spPr>
          <a:xfrm>
            <a:off x="566750" y="1604462"/>
            <a:ext cx="2570400" cy="29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1" name="Google Shape;231;p23"/>
          <p:cNvSpPr txBox="1">
            <a:spLocks noGrp="1"/>
          </p:cNvSpPr>
          <p:nvPr>
            <p:ph type="body" idx="5"/>
          </p:nvPr>
        </p:nvSpPr>
        <p:spPr>
          <a:xfrm>
            <a:off x="3283800" y="1604462"/>
            <a:ext cx="2570400" cy="29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2" name="Google Shape;232;p23"/>
          <p:cNvSpPr txBox="1">
            <a:spLocks noGrp="1"/>
          </p:cNvSpPr>
          <p:nvPr>
            <p:ph type="body" idx="6"/>
          </p:nvPr>
        </p:nvSpPr>
        <p:spPr>
          <a:xfrm>
            <a:off x="6000850" y="1604462"/>
            <a:ext cx="2570400" cy="29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with background | 1 Column | 14">
  <p:cSld name="CUSTOM_5_1_1_1_4">
    <p:bg>
      <p:bgPr>
        <a:solidFill>
          <a:srgbClr val="FAFAFA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>
            <a:spLocks noGrp="1"/>
          </p:cNvSpPr>
          <p:nvPr>
            <p:ph type="pic" idx="2"/>
          </p:nvPr>
        </p:nvSpPr>
        <p:spPr>
          <a:xfrm>
            <a:off x="0" y="1225159"/>
            <a:ext cx="9144000" cy="34980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4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36" name="Google Shape;236;p24"/>
          <p:cNvSpPr txBox="1">
            <a:spLocks noGrp="1"/>
          </p:cNvSpPr>
          <p:nvPr>
            <p:ph type="subTitle" idx="3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37" name="Google Shape;23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>
            <a:spLocks noGrp="1"/>
          </p:cNvSpPr>
          <p:nvPr>
            <p:ph type="title"/>
          </p:nvPr>
        </p:nvSpPr>
        <p:spPr>
          <a:xfrm>
            <a:off x="563294" y="584175"/>
            <a:ext cx="6428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4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40" name="Google Shape;240;p24"/>
          <p:cNvSpPr txBox="1">
            <a:spLocks noGrp="1"/>
          </p:cNvSpPr>
          <p:nvPr>
            <p:ph type="sldNum" idx="4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24"/>
          <p:cNvSpPr txBox="1">
            <a:spLocks noGrp="1"/>
          </p:cNvSpPr>
          <p:nvPr>
            <p:ph type="body" idx="5"/>
          </p:nvPr>
        </p:nvSpPr>
        <p:spPr>
          <a:xfrm>
            <a:off x="566750" y="1598675"/>
            <a:ext cx="79722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with background | 2 Column | 15">
  <p:cSld name="CUSTOM_5_1_1_1_1_2">
    <p:bg>
      <p:bgPr>
        <a:solidFill>
          <a:srgbClr val="FAFAFA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"/>
          <p:cNvSpPr>
            <a:spLocks noGrp="1"/>
          </p:cNvSpPr>
          <p:nvPr>
            <p:ph type="pic" idx="2"/>
          </p:nvPr>
        </p:nvSpPr>
        <p:spPr>
          <a:xfrm>
            <a:off x="572825" y="1642400"/>
            <a:ext cx="39303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5"/>
          <p:cNvSpPr>
            <a:spLocks noGrp="1"/>
          </p:cNvSpPr>
          <p:nvPr>
            <p:ph type="pic" idx="3"/>
          </p:nvPr>
        </p:nvSpPr>
        <p:spPr>
          <a:xfrm>
            <a:off x="4655900" y="1642400"/>
            <a:ext cx="39303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25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46" name="Google Shape;246;p25"/>
          <p:cNvSpPr txBox="1">
            <a:spLocks noGrp="1"/>
          </p:cNvSpPr>
          <p:nvPr>
            <p:ph type="subTitle" idx="4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6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5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50" name="Google Shape;250;p25"/>
          <p:cNvSpPr txBox="1">
            <a:spLocks noGrp="1"/>
          </p:cNvSpPr>
          <p:nvPr>
            <p:ph type="sldNum" idx="5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25"/>
          <p:cNvSpPr txBox="1">
            <a:spLocks noGrp="1"/>
          </p:cNvSpPr>
          <p:nvPr>
            <p:ph type="body" idx="6"/>
          </p:nvPr>
        </p:nvSpPr>
        <p:spPr>
          <a:xfrm>
            <a:off x="566750" y="1598592"/>
            <a:ext cx="3925200" cy="29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2" name="Google Shape;252;p25"/>
          <p:cNvSpPr txBox="1">
            <a:spLocks noGrp="1"/>
          </p:cNvSpPr>
          <p:nvPr>
            <p:ph type="body" idx="7"/>
          </p:nvPr>
        </p:nvSpPr>
        <p:spPr>
          <a:xfrm>
            <a:off x="4681550" y="1598592"/>
            <a:ext cx="3925200" cy="29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with background | 3 Column | 16">
  <p:cSld name="CUSTOM_5_1_1_1_1_1_2">
    <p:bg>
      <p:bgPr>
        <a:solidFill>
          <a:srgbClr val="FAFAFA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"/>
          <p:cNvSpPr>
            <a:spLocks noGrp="1"/>
          </p:cNvSpPr>
          <p:nvPr>
            <p:ph type="pic" idx="2"/>
          </p:nvPr>
        </p:nvSpPr>
        <p:spPr>
          <a:xfrm>
            <a:off x="564550" y="1642400"/>
            <a:ext cx="25692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26"/>
          <p:cNvSpPr>
            <a:spLocks noGrp="1"/>
          </p:cNvSpPr>
          <p:nvPr>
            <p:ph type="pic" idx="3"/>
          </p:nvPr>
        </p:nvSpPr>
        <p:spPr>
          <a:xfrm>
            <a:off x="3295500" y="1642400"/>
            <a:ext cx="25692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26"/>
          <p:cNvSpPr>
            <a:spLocks noGrp="1"/>
          </p:cNvSpPr>
          <p:nvPr>
            <p:ph type="pic" idx="4"/>
          </p:nvPr>
        </p:nvSpPr>
        <p:spPr>
          <a:xfrm>
            <a:off x="6006450" y="1642400"/>
            <a:ext cx="2569200" cy="30654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26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72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5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59" name="Google Shape;259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6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6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26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62" name="Google Shape;262;p26"/>
          <p:cNvSpPr txBox="1">
            <a:spLocks noGrp="1"/>
          </p:cNvSpPr>
          <p:nvPr>
            <p:ph type="sldNum" idx="6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26"/>
          <p:cNvSpPr txBox="1">
            <a:spLocks noGrp="1"/>
          </p:cNvSpPr>
          <p:nvPr>
            <p:ph type="body" idx="7"/>
          </p:nvPr>
        </p:nvSpPr>
        <p:spPr>
          <a:xfrm>
            <a:off x="566750" y="1604462"/>
            <a:ext cx="2570400" cy="29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64" name="Google Shape;264;p26"/>
          <p:cNvSpPr txBox="1">
            <a:spLocks noGrp="1"/>
          </p:cNvSpPr>
          <p:nvPr>
            <p:ph type="body" idx="8"/>
          </p:nvPr>
        </p:nvSpPr>
        <p:spPr>
          <a:xfrm>
            <a:off x="3283800" y="1604462"/>
            <a:ext cx="2570400" cy="29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65" name="Google Shape;265;p26"/>
          <p:cNvSpPr txBox="1">
            <a:spLocks noGrp="1"/>
          </p:cNvSpPr>
          <p:nvPr>
            <p:ph type="body" idx="9"/>
          </p:nvPr>
        </p:nvSpPr>
        <p:spPr>
          <a:xfrm>
            <a:off x="6000850" y="1604462"/>
            <a:ext cx="2570400" cy="29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Icons | 3 Column | 17">
  <p:cSld name="CUSTOM_5_1_1_1_1_1_1">
    <p:bg>
      <p:bgPr>
        <a:solidFill>
          <a:srgbClr val="FAFAFA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>
            <a:spLocks noGrp="1"/>
          </p:cNvSpPr>
          <p:nvPr>
            <p:ph type="pic" idx="2"/>
          </p:nvPr>
        </p:nvSpPr>
        <p:spPr>
          <a:xfrm>
            <a:off x="564550" y="1833600"/>
            <a:ext cx="363000" cy="3630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27"/>
          <p:cNvSpPr>
            <a:spLocks noGrp="1"/>
          </p:cNvSpPr>
          <p:nvPr>
            <p:ph type="pic" idx="3"/>
          </p:nvPr>
        </p:nvSpPr>
        <p:spPr>
          <a:xfrm>
            <a:off x="3295550" y="1833600"/>
            <a:ext cx="363000" cy="3630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27"/>
          <p:cNvSpPr>
            <a:spLocks noGrp="1"/>
          </p:cNvSpPr>
          <p:nvPr>
            <p:ph type="pic" idx="4"/>
          </p:nvPr>
        </p:nvSpPr>
        <p:spPr>
          <a:xfrm>
            <a:off x="6019100" y="1833600"/>
            <a:ext cx="363000" cy="3630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27"/>
          <p:cNvSpPr>
            <a:spLocks noGrp="1"/>
          </p:cNvSpPr>
          <p:nvPr>
            <p:ph type="pic" idx="5"/>
          </p:nvPr>
        </p:nvSpPr>
        <p:spPr>
          <a:xfrm>
            <a:off x="560825" y="3308575"/>
            <a:ext cx="363000" cy="3630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7"/>
          <p:cNvSpPr>
            <a:spLocks noGrp="1"/>
          </p:cNvSpPr>
          <p:nvPr>
            <p:ph type="pic" idx="6"/>
          </p:nvPr>
        </p:nvSpPr>
        <p:spPr>
          <a:xfrm>
            <a:off x="3291825" y="3308575"/>
            <a:ext cx="363000" cy="3630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27"/>
          <p:cNvSpPr>
            <a:spLocks noGrp="1"/>
          </p:cNvSpPr>
          <p:nvPr>
            <p:ph type="pic" idx="7"/>
          </p:nvPr>
        </p:nvSpPr>
        <p:spPr>
          <a:xfrm>
            <a:off x="6015375" y="3308575"/>
            <a:ext cx="363000" cy="3630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27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74" name="Google Shape;274;p27"/>
          <p:cNvSpPr txBox="1">
            <a:spLocks noGrp="1"/>
          </p:cNvSpPr>
          <p:nvPr>
            <p:ph type="subTitle" idx="8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75" name="Google Shape;27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7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73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subTitle" idx="9"/>
          </p:nvPr>
        </p:nvSpPr>
        <p:spPr>
          <a:xfrm>
            <a:off x="1110175" y="1833600"/>
            <a:ext cx="21441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600"/>
              </a:spcBef>
              <a:spcAft>
                <a:spcPts val="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body" idx="13"/>
          </p:nvPr>
        </p:nvSpPr>
        <p:spPr>
          <a:xfrm>
            <a:off x="1000025" y="2191900"/>
            <a:ext cx="2238300" cy="7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100"/>
            </a:lvl1pPr>
            <a:lvl2pPr marL="914400" lvl="1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lphaLcPeriod"/>
              <a:defRPr sz="1000"/>
            </a:lvl2pPr>
            <a:lvl3pPr marL="1371600" lvl="2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 sz="900"/>
            </a:lvl3pPr>
            <a:lvl4pPr marL="1828800" lvl="3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  <a:defRPr sz="800"/>
            </a:lvl4pPr>
            <a:lvl5pPr marL="2286000" lvl="4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AutoNum type="alphaLcPeriod"/>
              <a:defRPr sz="700"/>
            </a:lvl5pPr>
            <a:lvl6pPr marL="2743200" lvl="5" indent="-266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 sz="600"/>
            </a:lvl6pPr>
            <a:lvl7pPr marL="3200400" lvl="6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rabicPeriod"/>
              <a:defRPr sz="500"/>
            </a:lvl7pPr>
            <a:lvl8pPr marL="3657600" lvl="7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lphaLcPeriod"/>
              <a:defRPr sz="500"/>
            </a:lvl8pPr>
            <a:lvl9pPr marL="4114800" lvl="8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romanLcPeriod"/>
              <a:defRPr sz="500"/>
            </a:lvl9pPr>
          </a:lstStyle>
          <a:p>
            <a:endParaRPr/>
          </a:p>
        </p:txBody>
      </p:sp>
      <p:sp>
        <p:nvSpPr>
          <p:cNvPr id="279" name="Google Shape;279;p27"/>
          <p:cNvSpPr txBox="1">
            <a:spLocks noGrp="1"/>
          </p:cNvSpPr>
          <p:nvPr>
            <p:ph type="subTitle" idx="14"/>
          </p:nvPr>
        </p:nvSpPr>
        <p:spPr>
          <a:xfrm>
            <a:off x="3830400" y="1833600"/>
            <a:ext cx="21441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80" name="Google Shape;280;p27"/>
          <p:cNvSpPr txBox="1">
            <a:spLocks noGrp="1"/>
          </p:cNvSpPr>
          <p:nvPr>
            <p:ph type="subTitle" idx="15"/>
          </p:nvPr>
        </p:nvSpPr>
        <p:spPr>
          <a:xfrm>
            <a:off x="6550625" y="1833600"/>
            <a:ext cx="21441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81" name="Google Shape;281;p27"/>
          <p:cNvSpPr txBox="1">
            <a:spLocks noGrp="1"/>
          </p:cNvSpPr>
          <p:nvPr>
            <p:ph type="subTitle" idx="16"/>
          </p:nvPr>
        </p:nvSpPr>
        <p:spPr>
          <a:xfrm>
            <a:off x="1110175" y="3308575"/>
            <a:ext cx="21441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82" name="Google Shape;282;p27"/>
          <p:cNvSpPr txBox="1">
            <a:spLocks noGrp="1"/>
          </p:cNvSpPr>
          <p:nvPr>
            <p:ph type="subTitle" idx="17"/>
          </p:nvPr>
        </p:nvSpPr>
        <p:spPr>
          <a:xfrm>
            <a:off x="3830400" y="3308575"/>
            <a:ext cx="21441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83" name="Google Shape;283;p27"/>
          <p:cNvSpPr txBox="1">
            <a:spLocks noGrp="1"/>
          </p:cNvSpPr>
          <p:nvPr>
            <p:ph type="subTitle" idx="18"/>
          </p:nvPr>
        </p:nvSpPr>
        <p:spPr>
          <a:xfrm>
            <a:off x="6550625" y="3308575"/>
            <a:ext cx="21441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284" name="Google Shape;284;p27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85" name="Google Shape;285;p27"/>
          <p:cNvSpPr txBox="1">
            <a:spLocks noGrp="1"/>
          </p:cNvSpPr>
          <p:nvPr>
            <p:ph type="sldNum" idx="19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27"/>
          <p:cNvSpPr txBox="1">
            <a:spLocks noGrp="1"/>
          </p:cNvSpPr>
          <p:nvPr>
            <p:ph type="body" idx="20"/>
          </p:nvPr>
        </p:nvSpPr>
        <p:spPr>
          <a:xfrm>
            <a:off x="3743425" y="2191900"/>
            <a:ext cx="2238300" cy="7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100"/>
            </a:lvl1pPr>
            <a:lvl2pPr marL="914400" lvl="1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lphaLcPeriod"/>
              <a:defRPr sz="1000"/>
            </a:lvl2pPr>
            <a:lvl3pPr marL="1371600" lvl="2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 sz="900"/>
            </a:lvl3pPr>
            <a:lvl4pPr marL="1828800" lvl="3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  <a:defRPr sz="800"/>
            </a:lvl4pPr>
            <a:lvl5pPr marL="2286000" lvl="4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AutoNum type="alphaLcPeriod"/>
              <a:defRPr sz="700"/>
            </a:lvl5pPr>
            <a:lvl6pPr marL="2743200" lvl="5" indent="-266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 sz="600"/>
            </a:lvl6pPr>
            <a:lvl7pPr marL="3200400" lvl="6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rabicPeriod"/>
              <a:defRPr sz="500"/>
            </a:lvl7pPr>
            <a:lvl8pPr marL="3657600" lvl="7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lphaLcPeriod"/>
              <a:defRPr sz="500"/>
            </a:lvl8pPr>
            <a:lvl9pPr marL="4114800" lvl="8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romanLcPeriod"/>
              <a:defRPr sz="500"/>
            </a:lvl9pPr>
          </a:lstStyle>
          <a:p>
            <a:endParaRPr/>
          </a:p>
        </p:txBody>
      </p:sp>
      <p:sp>
        <p:nvSpPr>
          <p:cNvPr id="287" name="Google Shape;287;p27"/>
          <p:cNvSpPr txBox="1">
            <a:spLocks noGrp="1"/>
          </p:cNvSpPr>
          <p:nvPr>
            <p:ph type="body" idx="21"/>
          </p:nvPr>
        </p:nvSpPr>
        <p:spPr>
          <a:xfrm>
            <a:off x="6454575" y="2191900"/>
            <a:ext cx="2270400" cy="7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100"/>
            </a:lvl1pPr>
            <a:lvl2pPr marL="914400" lvl="1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lphaLcPeriod"/>
              <a:defRPr sz="1000"/>
            </a:lvl2pPr>
            <a:lvl3pPr marL="1371600" lvl="2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 sz="900"/>
            </a:lvl3pPr>
            <a:lvl4pPr marL="1828800" lvl="3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  <a:defRPr sz="800"/>
            </a:lvl4pPr>
            <a:lvl5pPr marL="2286000" lvl="4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AutoNum type="alphaLcPeriod"/>
              <a:defRPr sz="700"/>
            </a:lvl5pPr>
            <a:lvl6pPr marL="2743200" lvl="5" indent="-266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 sz="600"/>
            </a:lvl6pPr>
            <a:lvl7pPr marL="3200400" lvl="6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rabicPeriod"/>
              <a:defRPr sz="500"/>
            </a:lvl7pPr>
            <a:lvl8pPr marL="3657600" lvl="7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lphaLcPeriod"/>
              <a:defRPr sz="500"/>
            </a:lvl8pPr>
            <a:lvl9pPr marL="4114800" lvl="8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romanLcPeriod"/>
              <a:defRPr sz="500"/>
            </a:lvl9pPr>
          </a:lstStyle>
          <a:p>
            <a:endParaRPr/>
          </a:p>
        </p:txBody>
      </p:sp>
      <p:sp>
        <p:nvSpPr>
          <p:cNvPr id="288" name="Google Shape;288;p27"/>
          <p:cNvSpPr txBox="1">
            <a:spLocks noGrp="1"/>
          </p:cNvSpPr>
          <p:nvPr>
            <p:ph type="body" idx="22"/>
          </p:nvPr>
        </p:nvSpPr>
        <p:spPr>
          <a:xfrm>
            <a:off x="1000150" y="3639700"/>
            <a:ext cx="2238300" cy="7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100"/>
            </a:lvl1pPr>
            <a:lvl2pPr marL="914400" lvl="1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lphaLcPeriod"/>
              <a:defRPr sz="1000"/>
            </a:lvl2pPr>
            <a:lvl3pPr marL="1371600" lvl="2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 sz="900"/>
            </a:lvl3pPr>
            <a:lvl4pPr marL="1828800" lvl="3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  <a:defRPr sz="800"/>
            </a:lvl4pPr>
            <a:lvl5pPr marL="2286000" lvl="4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AutoNum type="alphaLcPeriod"/>
              <a:defRPr sz="700"/>
            </a:lvl5pPr>
            <a:lvl6pPr marL="2743200" lvl="5" indent="-266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 sz="600"/>
            </a:lvl6pPr>
            <a:lvl7pPr marL="3200400" lvl="6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rabicPeriod"/>
              <a:defRPr sz="500"/>
            </a:lvl7pPr>
            <a:lvl8pPr marL="3657600" lvl="7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lphaLcPeriod"/>
              <a:defRPr sz="500"/>
            </a:lvl8pPr>
            <a:lvl9pPr marL="4114800" lvl="8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romanLcPeriod"/>
              <a:defRPr sz="500"/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3"/>
          </p:nvPr>
        </p:nvSpPr>
        <p:spPr>
          <a:xfrm>
            <a:off x="3743350" y="3639700"/>
            <a:ext cx="2238300" cy="7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100"/>
            </a:lvl1pPr>
            <a:lvl2pPr marL="914400" lvl="1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lphaLcPeriod"/>
              <a:defRPr sz="1000"/>
            </a:lvl2pPr>
            <a:lvl3pPr marL="1371600" lvl="2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 sz="900"/>
            </a:lvl3pPr>
            <a:lvl4pPr marL="1828800" lvl="3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  <a:defRPr sz="800"/>
            </a:lvl4pPr>
            <a:lvl5pPr marL="2286000" lvl="4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AutoNum type="alphaLcPeriod"/>
              <a:defRPr sz="700"/>
            </a:lvl5pPr>
            <a:lvl6pPr marL="2743200" lvl="5" indent="-266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 sz="600"/>
            </a:lvl6pPr>
            <a:lvl7pPr marL="3200400" lvl="6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rabicPeriod"/>
              <a:defRPr sz="500"/>
            </a:lvl7pPr>
            <a:lvl8pPr marL="3657600" lvl="7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lphaLcPeriod"/>
              <a:defRPr sz="500"/>
            </a:lvl8pPr>
            <a:lvl9pPr marL="4114800" lvl="8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romanLcPeriod"/>
              <a:defRPr sz="500"/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24"/>
          </p:nvPr>
        </p:nvSpPr>
        <p:spPr>
          <a:xfrm>
            <a:off x="6454450" y="3639700"/>
            <a:ext cx="2270400" cy="7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100"/>
            </a:lvl1pPr>
            <a:lvl2pPr marL="914400" lvl="1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lphaLcPeriod"/>
              <a:defRPr sz="1000"/>
            </a:lvl2pPr>
            <a:lvl3pPr marL="1371600" lvl="2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 sz="900"/>
            </a:lvl3pPr>
            <a:lvl4pPr marL="1828800" lvl="3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  <a:defRPr sz="800"/>
            </a:lvl4pPr>
            <a:lvl5pPr marL="2286000" lvl="4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AutoNum type="alphaLcPeriod"/>
              <a:defRPr sz="700"/>
            </a:lvl5pPr>
            <a:lvl6pPr marL="2743200" lvl="5" indent="-266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 sz="600"/>
            </a:lvl6pPr>
            <a:lvl7pPr marL="3200400" lvl="6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rabicPeriod"/>
              <a:defRPr sz="500"/>
            </a:lvl7pPr>
            <a:lvl8pPr marL="3657600" lvl="7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alphaLcPeriod"/>
              <a:defRPr sz="500"/>
            </a:lvl8pPr>
            <a:lvl9pPr marL="4114800" lvl="8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AutoNum type="romanLcPeriod"/>
              <a:defRPr sz="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ed Text | 1 Column | 18">
  <p:cSld name="CUSTOM_5_1_1_1_3">
    <p:bg>
      <p:bgPr>
        <a:solidFill>
          <a:srgbClr val="FAFAFA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subTitle" idx="2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294" name="Google Shape;294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8"/>
          <p:cNvSpPr txBox="1">
            <a:spLocks noGrp="1"/>
          </p:cNvSpPr>
          <p:nvPr>
            <p:ph type="title"/>
          </p:nvPr>
        </p:nvSpPr>
        <p:spPr>
          <a:xfrm>
            <a:off x="563293" y="584175"/>
            <a:ext cx="68157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8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297" name="Google Shape;297;p28"/>
          <p:cNvSpPr txBox="1">
            <a:spLocks noGrp="1"/>
          </p:cNvSpPr>
          <p:nvPr>
            <p:ph type="sldNum" idx="3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body" idx="4"/>
          </p:nvPr>
        </p:nvSpPr>
        <p:spPr>
          <a:xfrm>
            <a:off x="566750" y="2513075"/>
            <a:ext cx="79722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E46962"/>
          </p15:clr>
        </p15:guide>
        <p15:guide id="2" orient="horz" pos="1683">
          <p15:clr>
            <a:srgbClr val="E46962"/>
          </p15:clr>
        </p15:guide>
        <p15:guide id="3" pos="2782">
          <p15:clr>
            <a:srgbClr val="E46962"/>
          </p15:clr>
        </p15:guide>
        <p15:guide id="4" pos="2978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ed Text | 2 Column | 19">
  <p:cSld name="CUSTOM_5_1_1_1_3_1">
    <p:bg>
      <p:bgPr>
        <a:solidFill>
          <a:srgbClr val="FAFAFA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695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301" name="Google Shape;301;p29"/>
          <p:cNvSpPr txBox="1">
            <a:spLocks noGrp="1"/>
          </p:cNvSpPr>
          <p:nvPr>
            <p:ph type="subTitle" idx="2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302" name="Google Shape;30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9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73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29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305" name="Google Shape;305;p29"/>
          <p:cNvSpPr txBox="1">
            <a:spLocks noGrp="1"/>
          </p:cNvSpPr>
          <p:nvPr>
            <p:ph type="sldNum" idx="3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29"/>
          <p:cNvSpPr txBox="1">
            <a:spLocks noGrp="1"/>
          </p:cNvSpPr>
          <p:nvPr>
            <p:ph type="body" idx="4"/>
          </p:nvPr>
        </p:nvSpPr>
        <p:spPr>
          <a:xfrm>
            <a:off x="566750" y="2512992"/>
            <a:ext cx="3925200" cy="29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7" name="Google Shape;307;p29"/>
          <p:cNvSpPr txBox="1">
            <a:spLocks noGrp="1"/>
          </p:cNvSpPr>
          <p:nvPr>
            <p:ph type="body" idx="5"/>
          </p:nvPr>
        </p:nvSpPr>
        <p:spPr>
          <a:xfrm>
            <a:off x="4681550" y="2512992"/>
            <a:ext cx="3925200" cy="29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E46962"/>
          </p15:clr>
        </p15:guide>
        <p15:guide id="2" orient="horz" pos="1683">
          <p15:clr>
            <a:srgbClr val="E46962"/>
          </p15:clr>
        </p15:guide>
        <p15:guide id="3" pos="2782">
          <p15:clr>
            <a:srgbClr val="E46962"/>
          </p15:clr>
        </p15:guide>
        <p15:guide id="4" pos="2978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itled Bulleted Text | 2 Column | 20">
  <p:cSld name="CUSTOM_5_1_1_1_3_1_1">
    <p:bg>
      <p:bgPr>
        <a:solidFill>
          <a:srgbClr val="FAFAFA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310" name="Google Shape;310;p30"/>
          <p:cNvSpPr txBox="1">
            <a:spLocks noGrp="1"/>
          </p:cNvSpPr>
          <p:nvPr>
            <p:ph type="subTitle" idx="2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311" name="Google Shape;31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0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73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30"/>
          <p:cNvSpPr txBox="1">
            <a:spLocks noGrp="1"/>
          </p:cNvSpPr>
          <p:nvPr>
            <p:ph type="subTitle" idx="3"/>
          </p:nvPr>
        </p:nvSpPr>
        <p:spPr>
          <a:xfrm>
            <a:off x="571500" y="2119475"/>
            <a:ext cx="38502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14" name="Google Shape;314;p30"/>
          <p:cNvSpPr txBox="1">
            <a:spLocks noGrp="1"/>
          </p:cNvSpPr>
          <p:nvPr>
            <p:ph type="subTitle" idx="4"/>
          </p:nvPr>
        </p:nvSpPr>
        <p:spPr>
          <a:xfrm>
            <a:off x="4736592" y="2119475"/>
            <a:ext cx="38502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1800"/>
              <a:buFont typeface="DM Sans SemiBold"/>
              <a:buNone/>
              <a:defRPr sz="18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15" name="Google Shape;315;p30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316" name="Google Shape;316;p30"/>
          <p:cNvSpPr txBox="1">
            <a:spLocks noGrp="1"/>
          </p:cNvSpPr>
          <p:nvPr>
            <p:ph type="sldNum" idx="5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6"/>
          </p:nvPr>
        </p:nvSpPr>
        <p:spPr>
          <a:xfrm>
            <a:off x="566750" y="2512992"/>
            <a:ext cx="3925200" cy="29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18" name="Google Shape;318;p30"/>
          <p:cNvSpPr txBox="1">
            <a:spLocks noGrp="1"/>
          </p:cNvSpPr>
          <p:nvPr>
            <p:ph type="body" idx="7"/>
          </p:nvPr>
        </p:nvSpPr>
        <p:spPr>
          <a:xfrm>
            <a:off x="4681550" y="2512992"/>
            <a:ext cx="3925200" cy="29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E46962"/>
          </p15:clr>
        </p15:guide>
        <p15:guide id="2" orient="horz" pos="1683">
          <p15:clr>
            <a:srgbClr val="E46962"/>
          </p15:clr>
        </p15:guide>
        <p15:guide id="3" pos="2782">
          <p15:clr>
            <a:srgbClr val="E46962"/>
          </p15:clr>
        </p15:guide>
        <p15:guide id="4" pos="2978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Team | 21">
  <p:cSld name="CUSTOM_7">
    <p:bg>
      <p:bgPr>
        <a:solidFill>
          <a:srgbClr val="FAFAFA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321" name="Google Shape;321;p31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16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31"/>
          <p:cNvSpPr>
            <a:spLocks noGrp="1"/>
          </p:cNvSpPr>
          <p:nvPr>
            <p:ph type="pic" idx="2"/>
          </p:nvPr>
        </p:nvSpPr>
        <p:spPr>
          <a:xfrm>
            <a:off x="572825" y="1575700"/>
            <a:ext cx="1418700" cy="16653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31"/>
          <p:cNvSpPr>
            <a:spLocks noGrp="1"/>
          </p:cNvSpPr>
          <p:nvPr>
            <p:ph type="pic" idx="3"/>
          </p:nvPr>
        </p:nvSpPr>
        <p:spPr>
          <a:xfrm>
            <a:off x="2218050" y="1575700"/>
            <a:ext cx="1418700" cy="16653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31"/>
          <p:cNvSpPr>
            <a:spLocks noGrp="1"/>
          </p:cNvSpPr>
          <p:nvPr>
            <p:ph type="pic" idx="4"/>
          </p:nvPr>
        </p:nvSpPr>
        <p:spPr>
          <a:xfrm>
            <a:off x="3863275" y="1575700"/>
            <a:ext cx="1418700" cy="16653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1"/>
          <p:cNvSpPr>
            <a:spLocks noGrp="1"/>
          </p:cNvSpPr>
          <p:nvPr>
            <p:ph type="pic" idx="5"/>
          </p:nvPr>
        </p:nvSpPr>
        <p:spPr>
          <a:xfrm>
            <a:off x="5508500" y="1575700"/>
            <a:ext cx="1418700" cy="16653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31"/>
          <p:cNvSpPr>
            <a:spLocks noGrp="1"/>
          </p:cNvSpPr>
          <p:nvPr>
            <p:ph type="pic" idx="6"/>
          </p:nvPr>
        </p:nvSpPr>
        <p:spPr>
          <a:xfrm>
            <a:off x="7153725" y="1575700"/>
            <a:ext cx="1418700" cy="16653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31"/>
          <p:cNvSpPr txBox="1">
            <a:spLocks noGrp="1"/>
          </p:cNvSpPr>
          <p:nvPr>
            <p:ph type="subTitle" idx="7"/>
          </p:nvPr>
        </p:nvSpPr>
        <p:spPr>
          <a:xfrm>
            <a:off x="566750" y="33224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 sz="12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28" name="Google Shape;328;p31"/>
          <p:cNvSpPr txBox="1">
            <a:spLocks noGrp="1"/>
          </p:cNvSpPr>
          <p:nvPr>
            <p:ph type="subTitle" idx="8"/>
          </p:nvPr>
        </p:nvSpPr>
        <p:spPr>
          <a:xfrm>
            <a:off x="566750" y="35610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31"/>
          <p:cNvSpPr txBox="1">
            <a:spLocks noGrp="1"/>
          </p:cNvSpPr>
          <p:nvPr>
            <p:ph type="subTitle" idx="9"/>
          </p:nvPr>
        </p:nvSpPr>
        <p:spPr>
          <a:xfrm>
            <a:off x="2215925" y="33224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 sz="12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30" name="Google Shape;330;p31"/>
          <p:cNvSpPr txBox="1">
            <a:spLocks noGrp="1"/>
          </p:cNvSpPr>
          <p:nvPr>
            <p:ph type="subTitle" idx="13"/>
          </p:nvPr>
        </p:nvSpPr>
        <p:spPr>
          <a:xfrm>
            <a:off x="2215925" y="35610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31"/>
          <p:cNvSpPr txBox="1">
            <a:spLocks noGrp="1"/>
          </p:cNvSpPr>
          <p:nvPr>
            <p:ph type="subTitle" idx="14"/>
          </p:nvPr>
        </p:nvSpPr>
        <p:spPr>
          <a:xfrm>
            <a:off x="3862375" y="33224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 sz="12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32" name="Google Shape;332;p31"/>
          <p:cNvSpPr txBox="1">
            <a:spLocks noGrp="1"/>
          </p:cNvSpPr>
          <p:nvPr>
            <p:ph type="subTitle" idx="15"/>
          </p:nvPr>
        </p:nvSpPr>
        <p:spPr>
          <a:xfrm>
            <a:off x="3862375" y="35610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1"/>
          <p:cNvSpPr txBox="1">
            <a:spLocks noGrp="1"/>
          </p:cNvSpPr>
          <p:nvPr>
            <p:ph type="subTitle" idx="16"/>
          </p:nvPr>
        </p:nvSpPr>
        <p:spPr>
          <a:xfrm>
            <a:off x="5508825" y="33224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 sz="12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34" name="Google Shape;334;p31"/>
          <p:cNvSpPr txBox="1">
            <a:spLocks noGrp="1"/>
          </p:cNvSpPr>
          <p:nvPr>
            <p:ph type="subTitle" idx="17"/>
          </p:nvPr>
        </p:nvSpPr>
        <p:spPr>
          <a:xfrm>
            <a:off x="5508825" y="35610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31"/>
          <p:cNvSpPr txBox="1">
            <a:spLocks noGrp="1"/>
          </p:cNvSpPr>
          <p:nvPr>
            <p:ph type="subTitle" idx="18"/>
          </p:nvPr>
        </p:nvSpPr>
        <p:spPr>
          <a:xfrm>
            <a:off x="7152575" y="33224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 sz="12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36" name="Google Shape;336;p31"/>
          <p:cNvSpPr txBox="1">
            <a:spLocks noGrp="1"/>
          </p:cNvSpPr>
          <p:nvPr>
            <p:ph type="subTitle" idx="19"/>
          </p:nvPr>
        </p:nvSpPr>
        <p:spPr>
          <a:xfrm>
            <a:off x="7152575" y="3561000"/>
            <a:ext cx="1424700" cy="1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cxnSp>
        <p:nvCxnSpPr>
          <p:cNvPr id="337" name="Google Shape;337;p31"/>
          <p:cNvCxnSpPr/>
          <p:nvPr/>
        </p:nvCxnSpPr>
        <p:spPr>
          <a:xfrm>
            <a:off x="5395175" y="4077800"/>
            <a:ext cx="3188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8" name="Google Shape;338;p31"/>
          <p:cNvSpPr txBox="1">
            <a:spLocks noGrp="1"/>
          </p:cNvSpPr>
          <p:nvPr>
            <p:ph type="subTitle" idx="20"/>
          </p:nvPr>
        </p:nvSpPr>
        <p:spPr>
          <a:xfrm>
            <a:off x="3122325" y="4004750"/>
            <a:ext cx="2895900" cy="1461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"/>
              <a:buFont typeface="DM Mono Medium"/>
              <a:buNone/>
              <a:defRPr sz="1000"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 algn="ctr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algn="ctr" rtl="0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600"/>
              </a:spcBef>
              <a:spcAft>
                <a:spcPts val="60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cxnSp>
        <p:nvCxnSpPr>
          <p:cNvPr id="339" name="Google Shape;339;p31"/>
          <p:cNvCxnSpPr/>
          <p:nvPr/>
        </p:nvCxnSpPr>
        <p:spPr>
          <a:xfrm>
            <a:off x="572825" y="4077800"/>
            <a:ext cx="3188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0" name="Google Shape;340;p31"/>
          <p:cNvSpPr>
            <a:spLocks noGrp="1"/>
          </p:cNvSpPr>
          <p:nvPr>
            <p:ph type="pic" idx="21"/>
          </p:nvPr>
        </p:nvSpPr>
        <p:spPr>
          <a:xfrm>
            <a:off x="564050" y="4246350"/>
            <a:ext cx="1204800" cy="28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31"/>
          <p:cNvSpPr>
            <a:spLocks noGrp="1"/>
          </p:cNvSpPr>
          <p:nvPr>
            <p:ph type="pic" idx="22"/>
          </p:nvPr>
        </p:nvSpPr>
        <p:spPr>
          <a:xfrm>
            <a:off x="1936925" y="4246350"/>
            <a:ext cx="1204800" cy="28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31"/>
          <p:cNvSpPr>
            <a:spLocks noGrp="1"/>
          </p:cNvSpPr>
          <p:nvPr>
            <p:ph type="pic" idx="23"/>
          </p:nvPr>
        </p:nvSpPr>
        <p:spPr>
          <a:xfrm>
            <a:off x="3288525" y="4246350"/>
            <a:ext cx="1204800" cy="28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31"/>
          <p:cNvSpPr>
            <a:spLocks noGrp="1"/>
          </p:cNvSpPr>
          <p:nvPr>
            <p:ph type="pic" idx="24"/>
          </p:nvPr>
        </p:nvSpPr>
        <p:spPr>
          <a:xfrm>
            <a:off x="4650750" y="4246350"/>
            <a:ext cx="1204800" cy="28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31"/>
          <p:cNvSpPr>
            <a:spLocks noGrp="1"/>
          </p:cNvSpPr>
          <p:nvPr>
            <p:ph type="pic" idx="25"/>
          </p:nvPr>
        </p:nvSpPr>
        <p:spPr>
          <a:xfrm>
            <a:off x="6018300" y="4246350"/>
            <a:ext cx="1204800" cy="28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31"/>
          <p:cNvSpPr>
            <a:spLocks noGrp="1"/>
          </p:cNvSpPr>
          <p:nvPr>
            <p:ph type="pic" idx="26"/>
          </p:nvPr>
        </p:nvSpPr>
        <p:spPr>
          <a:xfrm>
            <a:off x="7380525" y="4246350"/>
            <a:ext cx="1204800" cy="28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31"/>
          <p:cNvSpPr txBox="1">
            <a:spLocks noGrp="1"/>
          </p:cNvSpPr>
          <p:nvPr>
            <p:ph type="subTitle" idx="27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347" name="Google Shape;347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1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349" name="Google Shape;349;p31"/>
          <p:cNvSpPr txBox="1">
            <a:spLocks noGrp="1"/>
          </p:cNvSpPr>
          <p:nvPr>
            <p:ph type="sldNum" idx="28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 | Dark | 22">
  <p:cSld name="CUSTOM_8_1">
    <p:bg>
      <p:bgPr>
        <a:solidFill>
          <a:srgbClr val="FAFAFA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32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353" name="Google Shape;353;p32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66516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32"/>
          <p:cNvSpPr txBox="1">
            <a:spLocks noGrp="1"/>
          </p:cNvSpPr>
          <p:nvPr>
            <p:ph type="subTitle" idx="2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rtl="0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355" name="Google Shape;355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8100" y="131676"/>
            <a:ext cx="178588" cy="2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2"/>
          <p:cNvSpPr txBox="1">
            <a:spLocks noGrp="1"/>
          </p:cNvSpPr>
          <p:nvPr>
            <p:ph type="subTitle" idx="3"/>
          </p:nvPr>
        </p:nvSpPr>
        <p:spPr>
          <a:xfrm>
            <a:off x="5043232" y="3621025"/>
            <a:ext cx="22932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DM Sans Medium"/>
              <a:buNone/>
              <a:defRPr sz="16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7" name="Google Shape;357;p32"/>
          <p:cNvSpPr txBox="1">
            <a:spLocks noGrp="1"/>
          </p:cNvSpPr>
          <p:nvPr>
            <p:ph type="subTitle" idx="4"/>
          </p:nvPr>
        </p:nvSpPr>
        <p:spPr>
          <a:xfrm>
            <a:off x="5043232" y="3913629"/>
            <a:ext cx="22932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cxnSp>
        <p:nvCxnSpPr>
          <p:cNvPr id="358" name="Google Shape;358;p32"/>
          <p:cNvCxnSpPr/>
          <p:nvPr/>
        </p:nvCxnSpPr>
        <p:spPr>
          <a:xfrm>
            <a:off x="264625" y="2722900"/>
            <a:ext cx="8023800" cy="0"/>
          </a:xfrm>
          <a:prstGeom prst="straightConnector1">
            <a:avLst/>
          </a:prstGeom>
          <a:noFill/>
          <a:ln w="9525" cap="flat" cmpd="sng">
            <a:solidFill>
              <a:srgbClr val="1E1E1E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59" name="Google Shape;359;p32"/>
          <p:cNvGrpSpPr/>
          <p:nvPr/>
        </p:nvGrpSpPr>
        <p:grpSpPr>
          <a:xfrm>
            <a:off x="4997463" y="2677475"/>
            <a:ext cx="92400" cy="785700"/>
            <a:chOff x="3035775" y="2677475"/>
            <a:chExt cx="92400" cy="785700"/>
          </a:xfrm>
        </p:grpSpPr>
        <p:cxnSp>
          <p:nvCxnSpPr>
            <p:cNvPr id="360" name="Google Shape;360;p32"/>
            <p:cNvCxnSpPr/>
            <p:nvPr/>
          </p:nvCxnSpPr>
          <p:spPr>
            <a:xfrm rot="10800000">
              <a:off x="3081975" y="2728175"/>
              <a:ext cx="0" cy="735000"/>
            </a:xfrm>
            <a:prstGeom prst="straightConnector1">
              <a:avLst/>
            </a:prstGeom>
            <a:noFill/>
            <a:ln w="9525" cap="flat" cmpd="sng">
              <a:solidFill>
                <a:srgbClr val="1E1E1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1" name="Google Shape;361;p32"/>
            <p:cNvSpPr/>
            <p:nvPr/>
          </p:nvSpPr>
          <p:spPr>
            <a:xfrm>
              <a:off x="3035775" y="2677475"/>
              <a:ext cx="92400" cy="92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1E1E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62" name="Google Shape;362;p32"/>
          <p:cNvSpPr txBox="1">
            <a:spLocks noGrp="1"/>
          </p:cNvSpPr>
          <p:nvPr>
            <p:ph type="subTitle" idx="5"/>
          </p:nvPr>
        </p:nvSpPr>
        <p:spPr>
          <a:xfrm>
            <a:off x="4714032" y="3602736"/>
            <a:ext cx="301800" cy="2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35048"/>
              </a:buClr>
              <a:buSzPts val="750"/>
              <a:buNone/>
              <a:defRPr sz="750">
                <a:solidFill>
                  <a:srgbClr val="F35048"/>
                </a:solidFill>
              </a:defRPr>
            </a:lvl1pPr>
            <a:lvl2pPr lvl="1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2pPr>
            <a:lvl3pPr lvl="2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3pPr>
            <a:lvl4pPr lvl="3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4pPr>
            <a:lvl5pPr lvl="4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5pPr>
            <a:lvl6pPr lvl="5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6pPr>
            <a:lvl7pPr lvl="6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7pPr>
            <a:lvl8pPr lvl="7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8pPr>
            <a:lvl9pPr lvl="8" algn="r" rtl="0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63" name="Google Shape;363;p32"/>
          <p:cNvSpPr txBox="1">
            <a:spLocks noGrp="1"/>
          </p:cNvSpPr>
          <p:nvPr>
            <p:ph type="subTitle" idx="6"/>
          </p:nvPr>
        </p:nvSpPr>
        <p:spPr>
          <a:xfrm>
            <a:off x="593798" y="3621025"/>
            <a:ext cx="22932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DM Sans Medium"/>
              <a:buNone/>
              <a:defRPr sz="16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4" name="Google Shape;364;p32"/>
          <p:cNvSpPr txBox="1">
            <a:spLocks noGrp="1"/>
          </p:cNvSpPr>
          <p:nvPr>
            <p:ph type="subTitle" idx="7"/>
          </p:nvPr>
        </p:nvSpPr>
        <p:spPr>
          <a:xfrm>
            <a:off x="593798" y="3913629"/>
            <a:ext cx="22932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grpSp>
        <p:nvGrpSpPr>
          <p:cNvPr id="365" name="Google Shape;365;p32"/>
          <p:cNvGrpSpPr/>
          <p:nvPr/>
        </p:nvGrpSpPr>
        <p:grpSpPr>
          <a:xfrm>
            <a:off x="548050" y="2677475"/>
            <a:ext cx="92400" cy="785700"/>
            <a:chOff x="3035775" y="2677475"/>
            <a:chExt cx="92400" cy="785700"/>
          </a:xfrm>
        </p:grpSpPr>
        <p:cxnSp>
          <p:nvCxnSpPr>
            <p:cNvPr id="366" name="Google Shape;366;p32"/>
            <p:cNvCxnSpPr/>
            <p:nvPr/>
          </p:nvCxnSpPr>
          <p:spPr>
            <a:xfrm rot="10800000">
              <a:off x="3081975" y="2728175"/>
              <a:ext cx="0" cy="735000"/>
            </a:xfrm>
            <a:prstGeom prst="straightConnector1">
              <a:avLst/>
            </a:prstGeom>
            <a:noFill/>
            <a:ln w="9525" cap="flat" cmpd="sng">
              <a:solidFill>
                <a:srgbClr val="1E1E1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7" name="Google Shape;367;p32"/>
            <p:cNvSpPr/>
            <p:nvPr/>
          </p:nvSpPr>
          <p:spPr>
            <a:xfrm>
              <a:off x="3035775" y="2677475"/>
              <a:ext cx="92400" cy="92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1E1E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68" name="Google Shape;368;p32"/>
          <p:cNvSpPr txBox="1">
            <a:spLocks noGrp="1"/>
          </p:cNvSpPr>
          <p:nvPr>
            <p:ph type="subTitle" idx="8"/>
          </p:nvPr>
        </p:nvSpPr>
        <p:spPr>
          <a:xfrm>
            <a:off x="264619" y="3602736"/>
            <a:ext cx="301800" cy="2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35048"/>
              </a:buClr>
              <a:buSzPts val="750"/>
              <a:buNone/>
              <a:defRPr sz="750">
                <a:solidFill>
                  <a:srgbClr val="F35048"/>
                </a:solidFill>
              </a:defRPr>
            </a:lvl1pPr>
            <a:lvl2pPr lvl="1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2pPr>
            <a:lvl3pPr lvl="2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3pPr>
            <a:lvl4pPr lvl="3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4pPr>
            <a:lvl5pPr lvl="4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5pPr>
            <a:lvl6pPr lvl="5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6pPr>
            <a:lvl7pPr lvl="6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7pPr>
            <a:lvl8pPr lvl="7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8pPr>
            <a:lvl9pPr lvl="8" algn="r" rtl="0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369" name="Google Shape;369;p32"/>
          <p:cNvGrpSpPr/>
          <p:nvPr/>
        </p:nvGrpSpPr>
        <p:grpSpPr>
          <a:xfrm rot="10800000">
            <a:off x="7174688" y="1986250"/>
            <a:ext cx="92400" cy="785700"/>
            <a:chOff x="3035775" y="2677475"/>
            <a:chExt cx="92400" cy="785700"/>
          </a:xfrm>
        </p:grpSpPr>
        <p:cxnSp>
          <p:nvCxnSpPr>
            <p:cNvPr id="370" name="Google Shape;370;p32"/>
            <p:cNvCxnSpPr/>
            <p:nvPr/>
          </p:nvCxnSpPr>
          <p:spPr>
            <a:xfrm rot="10800000">
              <a:off x="3081975" y="2728175"/>
              <a:ext cx="0" cy="735000"/>
            </a:xfrm>
            <a:prstGeom prst="straightConnector1">
              <a:avLst/>
            </a:prstGeom>
            <a:noFill/>
            <a:ln w="9525" cap="flat" cmpd="sng">
              <a:solidFill>
                <a:srgbClr val="1E1E1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1" name="Google Shape;371;p32"/>
            <p:cNvSpPr/>
            <p:nvPr/>
          </p:nvSpPr>
          <p:spPr>
            <a:xfrm>
              <a:off x="3035775" y="2677475"/>
              <a:ext cx="92400" cy="92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1E1E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72" name="Google Shape;372;p32"/>
          <p:cNvSpPr txBox="1">
            <a:spLocks noGrp="1"/>
          </p:cNvSpPr>
          <p:nvPr>
            <p:ph type="subTitle" idx="9"/>
          </p:nvPr>
        </p:nvSpPr>
        <p:spPr>
          <a:xfrm>
            <a:off x="7196178" y="1231300"/>
            <a:ext cx="22950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DM Sans Medium"/>
              <a:buNone/>
              <a:defRPr sz="16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3" name="Google Shape;373;p32"/>
          <p:cNvSpPr txBox="1">
            <a:spLocks noGrp="1"/>
          </p:cNvSpPr>
          <p:nvPr>
            <p:ph type="subTitle" idx="13"/>
          </p:nvPr>
        </p:nvSpPr>
        <p:spPr>
          <a:xfrm>
            <a:off x="7196178" y="1523904"/>
            <a:ext cx="22950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74" name="Google Shape;374;p32"/>
          <p:cNvSpPr txBox="1">
            <a:spLocks noGrp="1"/>
          </p:cNvSpPr>
          <p:nvPr>
            <p:ph type="subTitle" idx="14"/>
          </p:nvPr>
        </p:nvSpPr>
        <p:spPr>
          <a:xfrm>
            <a:off x="6866982" y="1213011"/>
            <a:ext cx="301800" cy="2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35048"/>
              </a:buClr>
              <a:buSzPts val="750"/>
              <a:buNone/>
              <a:defRPr sz="750">
                <a:solidFill>
                  <a:srgbClr val="F35048"/>
                </a:solidFill>
              </a:defRPr>
            </a:lvl1pPr>
            <a:lvl2pPr lvl="1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2pPr>
            <a:lvl3pPr lvl="2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3pPr>
            <a:lvl4pPr lvl="3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4pPr>
            <a:lvl5pPr lvl="4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5pPr>
            <a:lvl6pPr lvl="5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6pPr>
            <a:lvl7pPr lvl="6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7pPr>
            <a:lvl8pPr lvl="7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8pPr>
            <a:lvl9pPr lvl="8" algn="r" rtl="0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375" name="Google Shape;375;p32"/>
          <p:cNvGrpSpPr/>
          <p:nvPr/>
        </p:nvGrpSpPr>
        <p:grpSpPr>
          <a:xfrm rot="10800000">
            <a:off x="2794513" y="1986250"/>
            <a:ext cx="92400" cy="785700"/>
            <a:chOff x="3035775" y="2677475"/>
            <a:chExt cx="92400" cy="785700"/>
          </a:xfrm>
        </p:grpSpPr>
        <p:cxnSp>
          <p:nvCxnSpPr>
            <p:cNvPr id="376" name="Google Shape;376;p32"/>
            <p:cNvCxnSpPr/>
            <p:nvPr/>
          </p:nvCxnSpPr>
          <p:spPr>
            <a:xfrm rot="10800000">
              <a:off x="3081975" y="2728175"/>
              <a:ext cx="0" cy="735000"/>
            </a:xfrm>
            <a:prstGeom prst="straightConnector1">
              <a:avLst/>
            </a:prstGeom>
            <a:noFill/>
            <a:ln w="9525" cap="flat" cmpd="sng">
              <a:solidFill>
                <a:srgbClr val="1E1E1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7" name="Google Shape;377;p32"/>
            <p:cNvSpPr/>
            <p:nvPr/>
          </p:nvSpPr>
          <p:spPr>
            <a:xfrm>
              <a:off x="3035775" y="2677475"/>
              <a:ext cx="92400" cy="92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1E1E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78" name="Google Shape;378;p32"/>
          <p:cNvSpPr txBox="1">
            <a:spLocks noGrp="1"/>
          </p:cNvSpPr>
          <p:nvPr>
            <p:ph type="subTitle" idx="15"/>
          </p:nvPr>
        </p:nvSpPr>
        <p:spPr>
          <a:xfrm>
            <a:off x="2816003" y="1231300"/>
            <a:ext cx="22950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DM Sans Medium"/>
              <a:buNone/>
              <a:defRPr sz="16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9" name="Google Shape;379;p32"/>
          <p:cNvSpPr txBox="1">
            <a:spLocks noGrp="1"/>
          </p:cNvSpPr>
          <p:nvPr>
            <p:ph type="subTitle" idx="16"/>
          </p:nvPr>
        </p:nvSpPr>
        <p:spPr>
          <a:xfrm>
            <a:off x="2816003" y="1523904"/>
            <a:ext cx="22950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600"/>
              </a:spcBef>
              <a:spcAft>
                <a:spcPts val="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80" name="Google Shape;380;p32"/>
          <p:cNvSpPr txBox="1">
            <a:spLocks noGrp="1"/>
          </p:cNvSpPr>
          <p:nvPr>
            <p:ph type="subTitle" idx="17"/>
          </p:nvPr>
        </p:nvSpPr>
        <p:spPr>
          <a:xfrm>
            <a:off x="2486807" y="1213011"/>
            <a:ext cx="301800" cy="2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35048"/>
              </a:buClr>
              <a:buSzPts val="750"/>
              <a:buNone/>
              <a:defRPr sz="750">
                <a:solidFill>
                  <a:srgbClr val="F35048"/>
                </a:solidFill>
              </a:defRPr>
            </a:lvl1pPr>
            <a:lvl2pPr lvl="1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2pPr>
            <a:lvl3pPr lvl="2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3pPr>
            <a:lvl4pPr lvl="3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4pPr>
            <a:lvl5pPr lvl="4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5pPr>
            <a:lvl6pPr lvl="5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6pPr>
            <a:lvl7pPr lvl="6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7pPr>
            <a:lvl8pPr lvl="7" algn="r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8pPr>
            <a:lvl9pPr lvl="8" algn="r" rtl="0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750"/>
              <a:buNone/>
              <a:defRPr sz="75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81" name="Google Shape;381;p32"/>
          <p:cNvSpPr txBox="1">
            <a:spLocks noGrp="1"/>
          </p:cNvSpPr>
          <p:nvPr>
            <p:ph type="sldNum" idx="18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9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dd297465a4_7_0)">
  <p:cSld name="Generated (g3dd297465a4_7_0)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Graphic | 2 Column | 01 1">
  <p:cSld name="Title + Text + Graphic | 2 Column | 01 (g3dd297465a4_26_0)">
    <p:bg>
      <p:bgPr>
        <a:solidFill>
          <a:srgbClr val="FAFAFA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>
            <a:spLocks noGrp="1"/>
          </p:cNvSpPr>
          <p:nvPr>
            <p:ph type="pic" idx="2"/>
          </p:nvPr>
        </p:nvSpPr>
        <p:spPr>
          <a:xfrm>
            <a:off x="5016500" y="654550"/>
            <a:ext cx="3568200" cy="39516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34"/>
          <p:cNvSpPr txBox="1">
            <a:spLocks noGrp="1"/>
          </p:cNvSpPr>
          <p:nvPr>
            <p:ph type="subTitle" idx="1"/>
          </p:nvPr>
        </p:nvSpPr>
        <p:spPr>
          <a:xfrm>
            <a:off x="566922" y="402325"/>
            <a:ext cx="2555400" cy="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Mono"/>
              <a:buNone/>
              <a:defRPr sz="700">
                <a:latin typeface="DM Mono"/>
                <a:ea typeface="DM Mono"/>
                <a:cs typeface="DM Mono"/>
                <a:sym typeface="DM Mono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2pPr>
            <a:lvl3pPr lvl="2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3pPr>
            <a:lvl4pPr lvl="3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4pPr>
            <a:lvl5pPr lvl="4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7pPr>
            <a:lvl8pPr lvl="7">
              <a:spcBef>
                <a:spcPts val="600"/>
              </a:spcBef>
              <a:spcAft>
                <a:spcPts val="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8pPr>
            <a:lvl9pPr lvl="8">
              <a:spcBef>
                <a:spcPts val="600"/>
              </a:spcBef>
              <a:spcAft>
                <a:spcPts val="600"/>
              </a:spcAft>
              <a:buSzPts val="900"/>
              <a:buFont typeface="DM Mono"/>
              <a:buNone/>
              <a:defRPr sz="9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endParaRPr/>
          </a:p>
        </p:txBody>
      </p:sp>
      <p:sp>
        <p:nvSpPr>
          <p:cNvPr id="386" name="Google Shape;386;p34"/>
          <p:cNvSpPr txBox="1">
            <a:spLocks noGrp="1"/>
          </p:cNvSpPr>
          <p:nvPr>
            <p:ph type="subTitle" idx="3"/>
          </p:nvPr>
        </p:nvSpPr>
        <p:spPr>
          <a:xfrm>
            <a:off x="207000" y="4829050"/>
            <a:ext cx="2555400" cy="14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DM Mono"/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60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60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600"/>
              </a:spcBef>
              <a:spcAft>
                <a:spcPts val="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34"/>
          <p:cNvSpPr txBox="1">
            <a:spLocks noGrp="1"/>
          </p:cNvSpPr>
          <p:nvPr>
            <p:ph type="title"/>
          </p:nvPr>
        </p:nvSpPr>
        <p:spPr>
          <a:xfrm>
            <a:off x="563310" y="584175"/>
            <a:ext cx="39252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Font typeface="DM Sans SemiBold"/>
              <a:buNone/>
              <a:defRPr sz="2900" b="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34"/>
          <p:cNvSpPr txBox="1">
            <a:spLocks noGrp="1"/>
          </p:cNvSpPr>
          <p:nvPr>
            <p:ph type="sldNum" idx="1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sp>
        <p:nvSpPr>
          <p:cNvPr id="389" name="Google Shape;389;p34"/>
          <p:cNvSpPr txBox="1">
            <a:spLocks noGrp="1"/>
          </p:cNvSpPr>
          <p:nvPr>
            <p:ph type="sldNum" idx="4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1pPr>
            <a:lvl2pPr lvl="1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2pPr>
            <a:lvl3pPr lvl="2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3pPr>
            <a:lvl4pPr lvl="3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4pPr>
            <a:lvl5pPr lvl="4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5pPr>
            <a:lvl6pPr lvl="5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6pPr>
            <a:lvl7pPr lvl="6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7pPr>
            <a:lvl8pPr lvl="7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8pPr>
            <a:lvl9pPr lvl="8" algn="r">
              <a:buNone/>
              <a:defRPr sz="600"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0" name="Google Shape;390;p34"/>
          <p:cNvSpPr txBox="1">
            <a:spLocks noGrp="1"/>
          </p:cNvSpPr>
          <p:nvPr>
            <p:ph type="body" idx="5"/>
          </p:nvPr>
        </p:nvSpPr>
        <p:spPr>
          <a:xfrm>
            <a:off x="566750" y="1979675"/>
            <a:ext cx="4134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 b="1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DM Sans"/>
              <a:buChar char="○"/>
              <a:defRPr sz="1600" b="1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DM Sans"/>
              <a:buChar char="●"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DM Sans"/>
              <a:buChar char="■"/>
              <a:defRPr sz="11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DM Sans"/>
              <a:buChar char="●"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Font typeface="DM Sans"/>
              <a:buChar char="○"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DM Sans"/>
              <a:buChar char="■"/>
              <a:defRPr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AFAF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58455" y="445025"/>
            <a:ext cx="66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Font typeface="DM Sans SemiBold"/>
              <a:buNone/>
              <a:defRPr sz="2800">
                <a:solidFill>
                  <a:srgbClr val="1E1E1E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None/>
              <a:defRPr sz="2800">
                <a:solidFill>
                  <a:srgbClr val="1E1E1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None/>
              <a:defRPr sz="2800">
                <a:solidFill>
                  <a:srgbClr val="1E1E1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None/>
              <a:defRPr sz="2800">
                <a:solidFill>
                  <a:srgbClr val="1E1E1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None/>
              <a:defRPr sz="2800">
                <a:solidFill>
                  <a:srgbClr val="1E1E1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None/>
              <a:defRPr sz="2800">
                <a:solidFill>
                  <a:srgbClr val="1E1E1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None/>
              <a:defRPr sz="2800">
                <a:solidFill>
                  <a:srgbClr val="1E1E1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None/>
              <a:defRPr sz="2800">
                <a:solidFill>
                  <a:srgbClr val="1E1E1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800"/>
              <a:buNone/>
              <a:defRPr sz="2800">
                <a:solidFill>
                  <a:srgbClr val="1E1E1E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66750" y="1141475"/>
            <a:ext cx="7972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DM Sans"/>
              <a:buChar char="●"/>
              <a:defRPr sz="1800" b="1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DM Sans"/>
              <a:buChar char="○"/>
              <a:defRPr sz="1600" b="1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DM Sans"/>
              <a:buChar char="■"/>
              <a:defRPr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DM Sans"/>
              <a:buChar char="●"/>
              <a:defRPr sz="13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DM Sans"/>
              <a:buChar char="○"/>
              <a:defRPr sz="12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DM Sans"/>
              <a:buChar char="■"/>
              <a:defRPr sz="11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1E1E"/>
              </a:buClr>
              <a:buSzPts val="1000"/>
              <a:buFont typeface="DM Sans"/>
              <a:buChar char="●"/>
              <a:defRPr sz="10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8575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DM Sans"/>
              <a:buChar char="○"/>
              <a:defRPr sz="9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7940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1E1E1E"/>
              </a:buClr>
              <a:buSzPts val="800"/>
              <a:buFont typeface="DM Sans"/>
              <a:buChar char="■"/>
              <a:defRPr sz="800">
                <a:solidFill>
                  <a:srgbClr val="1E1E1E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algn="r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2"/>
          </p:nvPr>
        </p:nvSpPr>
        <p:spPr>
          <a:xfrm>
            <a:off x="7152737" y="4882450"/>
            <a:ext cx="1431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2pPr>
            <a:lvl3pPr lvl="2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3pPr>
            <a:lvl4pPr lvl="3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4pPr>
            <a:lvl5pPr lvl="4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5pPr>
            <a:lvl6pPr lvl="5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6pPr>
            <a:lvl7pPr lvl="6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7pPr>
            <a:lvl8pPr lvl="7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8pPr>
            <a:lvl9pPr lvl="8" rtl="0">
              <a:buNone/>
              <a:defRPr sz="6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Confidential, do not distribute</a:t>
            </a:r>
            <a:endParaRPr/>
          </a:p>
        </p:txBody>
      </p:sp>
      <p:grpSp>
        <p:nvGrpSpPr>
          <p:cNvPr id="10" name="Google Shape;10;p1"/>
          <p:cNvGrpSpPr/>
          <p:nvPr/>
        </p:nvGrpSpPr>
        <p:grpSpPr>
          <a:xfrm>
            <a:off x="9721063" y="38425"/>
            <a:ext cx="2671213" cy="1818038"/>
            <a:chOff x="9483688" y="839275"/>
            <a:chExt cx="2671213" cy="1818038"/>
          </a:xfrm>
        </p:grpSpPr>
        <p:sp>
          <p:nvSpPr>
            <p:cNvPr id="11" name="Google Shape;11;p1"/>
            <p:cNvSpPr/>
            <p:nvPr/>
          </p:nvSpPr>
          <p:spPr>
            <a:xfrm>
              <a:off x="10374088" y="839275"/>
              <a:ext cx="8904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9483700" y="839275"/>
              <a:ext cx="890400" cy="457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13" name="Google Shape;13;p1"/>
            <p:cNvSpPr txBox="1"/>
            <p:nvPr/>
          </p:nvSpPr>
          <p:spPr>
            <a:xfrm>
              <a:off x="9483688" y="1028275"/>
              <a:ext cx="5790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Dark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#87120C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AAA - 9.98:1</a:t>
              </a:r>
              <a:endParaRPr sz="600">
                <a:solidFill>
                  <a:schemeClr val="lt1"/>
                </a:solidFill>
              </a:endParaRPr>
            </a:p>
          </p:txBody>
        </p:sp>
        <p:sp>
          <p:nvSpPr>
            <p:cNvPr id="14" name="Google Shape;14;p1"/>
            <p:cNvSpPr txBox="1"/>
            <p:nvPr/>
          </p:nvSpPr>
          <p:spPr>
            <a:xfrm>
              <a:off x="10374088" y="1028275"/>
              <a:ext cx="8904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Medium (Brand Red)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#DC150B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AA - 5.05.01</a:t>
              </a:r>
              <a:endParaRPr sz="600">
                <a:solidFill>
                  <a:schemeClr val="lt1"/>
                </a:solidFill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1264500" y="839275"/>
              <a:ext cx="890400" cy="457200"/>
            </a:xfrm>
            <a:prstGeom prst="rect">
              <a:avLst/>
            </a:prstGeom>
            <a:solidFill>
              <a:srgbClr val="F35048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16" name="Google Shape;16;p1"/>
            <p:cNvSpPr txBox="1"/>
            <p:nvPr/>
          </p:nvSpPr>
          <p:spPr>
            <a:xfrm>
              <a:off x="11264500" y="1028275"/>
              <a:ext cx="5790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Light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#F35048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AA - 6.05:1</a:t>
              </a:r>
              <a:endParaRPr sz="600">
                <a:solidFill>
                  <a:schemeClr val="dk1"/>
                </a:solidFill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10374088" y="1285713"/>
              <a:ext cx="8904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9483688" y="1285713"/>
              <a:ext cx="8904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11264500" y="1285713"/>
              <a:ext cx="890400" cy="457200"/>
            </a:xfrm>
            <a:prstGeom prst="rect">
              <a:avLst/>
            </a:prstGeom>
            <a:solidFill>
              <a:srgbClr val="C76FF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10374088" y="1742913"/>
              <a:ext cx="890400" cy="457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9483688" y="1742913"/>
              <a:ext cx="890400" cy="4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11264500" y="1742913"/>
              <a:ext cx="890400" cy="457200"/>
            </a:xfrm>
            <a:prstGeom prst="rect">
              <a:avLst/>
            </a:prstGeom>
            <a:solidFill>
              <a:srgbClr val="509DEA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10374088" y="2200113"/>
              <a:ext cx="890400" cy="457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9483688" y="2200113"/>
              <a:ext cx="890400" cy="457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11264500" y="2200113"/>
              <a:ext cx="890400" cy="457200"/>
            </a:xfrm>
            <a:prstGeom prst="rect">
              <a:avLst/>
            </a:prstGeom>
            <a:solidFill>
              <a:srgbClr val="50DBD9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26" name="Google Shape;26;p1"/>
            <p:cNvSpPr txBox="1"/>
            <p:nvPr/>
          </p:nvSpPr>
          <p:spPr>
            <a:xfrm>
              <a:off x="9483688" y="1474725"/>
              <a:ext cx="5790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Dark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#5D137D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AAA - 11.32:1</a:t>
              </a:r>
              <a:endParaRPr sz="600">
                <a:solidFill>
                  <a:schemeClr val="lt1"/>
                </a:solidFill>
              </a:endParaRPr>
            </a:p>
          </p:txBody>
        </p:sp>
        <p:sp>
          <p:nvSpPr>
            <p:cNvPr id="27" name="Google Shape;27;p1"/>
            <p:cNvSpPr txBox="1"/>
            <p:nvPr/>
          </p:nvSpPr>
          <p:spPr>
            <a:xfrm>
              <a:off x="10374088" y="1474725"/>
              <a:ext cx="8904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Medium </a:t>
              </a:r>
              <a:br>
                <a:rPr lang="en" sz="600">
                  <a:solidFill>
                    <a:schemeClr val="lt1"/>
                  </a:solidFill>
                </a:rPr>
              </a:br>
              <a:r>
                <a:rPr lang="en" sz="600">
                  <a:solidFill>
                    <a:schemeClr val="lt1"/>
                  </a:solidFill>
                </a:rPr>
                <a:t>#9E4EC4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AA - 4.83:1</a:t>
              </a:r>
              <a:endParaRPr sz="600">
                <a:solidFill>
                  <a:schemeClr val="lt1"/>
                </a:solidFill>
              </a:endParaRPr>
            </a:p>
          </p:txBody>
        </p:sp>
        <p:sp>
          <p:nvSpPr>
            <p:cNvPr id="28" name="Google Shape;28;p1"/>
            <p:cNvSpPr txBox="1"/>
            <p:nvPr/>
          </p:nvSpPr>
          <p:spPr>
            <a:xfrm>
              <a:off x="11264500" y="1474725"/>
              <a:ext cx="5790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Light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#C76FF2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AA - 6.98:1</a:t>
              </a:r>
              <a:endParaRPr sz="600">
                <a:solidFill>
                  <a:schemeClr val="dk1"/>
                </a:solidFill>
              </a:endParaRPr>
            </a:p>
          </p:txBody>
        </p:sp>
        <p:sp>
          <p:nvSpPr>
            <p:cNvPr id="29" name="Google Shape;29;p1"/>
            <p:cNvSpPr txBox="1"/>
            <p:nvPr/>
          </p:nvSpPr>
          <p:spPr>
            <a:xfrm>
              <a:off x="9483688" y="1931913"/>
              <a:ext cx="5790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Dark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#10487B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AAA - 9.39</a:t>
              </a:r>
              <a:endParaRPr sz="600">
                <a:solidFill>
                  <a:schemeClr val="lt1"/>
                </a:solidFill>
              </a:endParaRPr>
            </a:p>
          </p:txBody>
        </p:sp>
        <p:sp>
          <p:nvSpPr>
            <p:cNvPr id="30" name="Google Shape;30;p1"/>
            <p:cNvSpPr txBox="1"/>
            <p:nvPr/>
          </p:nvSpPr>
          <p:spPr>
            <a:xfrm>
              <a:off x="10374088" y="1931913"/>
              <a:ext cx="8904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Medium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#DC150B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AA - 5.08:1</a:t>
              </a:r>
              <a:endParaRPr sz="600">
                <a:solidFill>
                  <a:schemeClr val="dk1"/>
                </a:solidFill>
              </a:endParaRPr>
            </a:p>
          </p:txBody>
        </p:sp>
        <p:sp>
          <p:nvSpPr>
            <p:cNvPr id="31" name="Google Shape;31;p1"/>
            <p:cNvSpPr txBox="1"/>
            <p:nvPr/>
          </p:nvSpPr>
          <p:spPr>
            <a:xfrm>
              <a:off x="11264500" y="1931913"/>
              <a:ext cx="5790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Light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#509DEA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AA - 7.35:1</a:t>
              </a:r>
              <a:endParaRPr sz="600">
                <a:solidFill>
                  <a:schemeClr val="dk1"/>
                </a:solidFill>
              </a:endParaRPr>
            </a:p>
          </p:txBody>
        </p:sp>
        <p:sp>
          <p:nvSpPr>
            <p:cNvPr id="32" name="Google Shape;32;p1"/>
            <p:cNvSpPr txBox="1"/>
            <p:nvPr/>
          </p:nvSpPr>
          <p:spPr>
            <a:xfrm>
              <a:off x="9483688" y="2389113"/>
              <a:ext cx="5790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Dark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#0F5353</a:t>
              </a:r>
              <a:endParaRPr sz="600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</a:rPr>
                <a:t>AAA - 8.81:1</a:t>
              </a:r>
              <a:endParaRPr sz="600">
                <a:solidFill>
                  <a:schemeClr val="lt1"/>
                </a:solidFill>
              </a:endParaRPr>
            </a:p>
          </p:txBody>
        </p:sp>
        <p:sp>
          <p:nvSpPr>
            <p:cNvPr id="33" name="Google Shape;33;p1"/>
            <p:cNvSpPr txBox="1"/>
            <p:nvPr/>
          </p:nvSpPr>
          <p:spPr>
            <a:xfrm>
              <a:off x="10374088" y="2389113"/>
              <a:ext cx="8904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Medium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#1AA8A8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AAA - 7.21:1</a:t>
              </a:r>
              <a:endParaRPr sz="600">
                <a:solidFill>
                  <a:schemeClr val="dk1"/>
                </a:solidFill>
              </a:endParaRPr>
            </a:p>
          </p:txBody>
        </p:sp>
        <p:sp>
          <p:nvSpPr>
            <p:cNvPr id="34" name="Google Shape;34;p1"/>
            <p:cNvSpPr txBox="1"/>
            <p:nvPr/>
          </p:nvSpPr>
          <p:spPr>
            <a:xfrm>
              <a:off x="11264500" y="2389113"/>
              <a:ext cx="579000" cy="26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Light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#50DBD9</a:t>
              </a: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AA - 12.47:1</a:t>
              </a:r>
              <a:endParaRPr sz="600">
                <a:solidFill>
                  <a:schemeClr val="dk1"/>
                </a:solidFill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5408">
          <p15:clr>
            <a:srgbClr val="E46962"/>
          </p15:clr>
        </p15:guide>
        <p15:guide id="3" pos="2071">
          <p15:clr>
            <a:srgbClr val="E46962"/>
          </p15:clr>
        </p15:guide>
        <p15:guide id="4" pos="359">
          <p15:clr>
            <a:srgbClr val="E46962"/>
          </p15:clr>
        </p15:guide>
        <p15:guide id="5" pos="1119">
          <p15:clr>
            <a:srgbClr val="E46962"/>
          </p15:clr>
        </p15:guide>
        <p15:guide id="6" pos="1215">
          <p15:clr>
            <a:srgbClr val="E46962"/>
          </p15:clr>
        </p15:guide>
        <p15:guide id="7" pos="1976">
          <p15:clr>
            <a:srgbClr val="E46962"/>
          </p15:clr>
        </p15:guide>
        <p15:guide id="8" pos="2833">
          <p15:clr>
            <a:srgbClr val="E46962"/>
          </p15:clr>
        </p15:guide>
        <p15:guide id="9" pos="2929">
          <p15:clr>
            <a:srgbClr val="E46962"/>
          </p15:clr>
        </p15:guide>
        <p15:guide id="10" pos="3689">
          <p15:clr>
            <a:srgbClr val="E46962"/>
          </p15:clr>
        </p15:guide>
        <p15:guide id="11" pos="3788">
          <p15:clr>
            <a:srgbClr val="E46962"/>
          </p15:clr>
        </p15:guide>
        <p15:guide id="12" pos="4553">
          <p15:clr>
            <a:srgbClr val="E46962"/>
          </p15:clr>
        </p15:guide>
        <p15:guide id="13" pos="4648">
          <p15:clr>
            <a:srgbClr val="E46962"/>
          </p15:clr>
        </p15:guide>
        <p15:guide id="14" orient="horz" pos="266">
          <p15:clr>
            <a:srgbClr val="E46962"/>
          </p15:clr>
        </p15:guide>
        <p15:guide id="15" orient="horz" pos="3122">
          <p15:clr>
            <a:srgbClr val="E46962"/>
          </p15:clr>
        </p15:guide>
        <p15:guide id="16" pos="5629">
          <p15:clr>
            <a:srgbClr val="E46962"/>
          </p15:clr>
        </p15:guide>
        <p15:guide id="17" pos="130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5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 </a:t>
            </a:r>
            <a:fld id="{00000000-1234-1234-1234-123412341234}" type="slidenum">
              <a:rPr lang="en"/>
              <a:t>1</a:t>
            </a:fld>
            <a:endParaRPr/>
          </a:p>
        </p:txBody>
      </p:sp>
      <p:pic>
        <p:nvPicPr>
          <p:cNvPr id="398" name="Google Shape;39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9900" y="38436"/>
            <a:ext cx="0" cy="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TextBox 406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TiDB vs. CockroachDB</a:t>
            </a:r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t>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9"/>
          <p:cNvSpPr txBox="1">
            <a:spLocks noGrp="1"/>
          </p:cNvSpPr>
          <p:nvPr>
            <p:ph type="sldNum" idx="12"/>
          </p:nvPr>
        </p:nvSpPr>
        <p:spPr>
          <a:xfrm>
            <a:off x="8584623" y="4882450"/>
            <a:ext cx="352200" cy="9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/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3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62" name="Google Shape;562;p39"/>
          <p:cNvSpPr txBox="1">
            <a:spLocks noGrp="1"/>
          </p:cNvSpPr>
          <p:nvPr>
            <p:ph type="title"/>
          </p:nvPr>
        </p:nvSpPr>
        <p:spPr>
          <a:xfrm>
            <a:off x="988950" y="3257975"/>
            <a:ext cx="5255400" cy="109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13E"/>
                </a:solidFill>
              </a:defRPr>
            </a:pPr>
            <a:r>
              <a:t>Feature Comparison: TiDB vs CockroachDB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8229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3108960"/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TiDB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CockroachDB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Branching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Branching to allow agents to do schema-braking experiments, then rollback or merge.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Per-agents Cost Metering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[cite_start]TiDB's per-agent cost metering leverages a pay-per-use Request Unit (RU) model specifically designed to efficiently accommodate the unpredictable spike-to-zero usage patterns of AI agents.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Free Tier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TiDB Cloud Serverless free tier (25 GiB storage)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TCO at Scale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Competitive - open source + efficient resource utilization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Write Throughput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100K+ TPS with horizontal scaling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High with horizontal scaling; consensus overhead per write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MySQL Compatibility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High - MySQL 5.7/8.0 protocol compatible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Not supported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Vector 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Supported via TiDB Vector (built-in vector data type)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pgvector-compatible vector search 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JSON/Document Support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Full JSON data type with indexing support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HTAP Capability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Native HTAP via TiFlash columnar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Change Data Capture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TiCDC for real-time change streaming to Kafka/MySQL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Elastic Scaling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Online scaling without downtime via TiDB Operator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Pricing Model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Open source (self-hosted free), TiDB Cloud pay-as-you-go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13E"/>
                </a:solidFill>
              </a:defRPr>
            </a:pPr>
            <a:r>
              <a:t>TiDB Case Studies —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3D6E"/>
                </a:solidFill>
              </a:defRPr>
            </a:pPr>
            <a:r>
              <a:t>Manus: TiDB Meets the Key Requirements  —  Manus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2471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Manus.ai migrated from Aurora to TiDB.The Challenges are (1)Clusters spun up on-demand to absorb 2M+ waitlist overnight. (2)15,000 state iterations per task. (3)99% of instances are ephemeral. (4)Agent state, memory, context, and semantic retrieval.The solutions are (1)Database Branching.(2)S3-Native Scale-Out.(3)Per-Agent RU Budgets.(4)Unified OLTP + Vector.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2E7D32"/>
                </a:solidFill>
              </a:defRPr>
            </a:pPr>
            <a:r>
              <a:t>Results: From initial contact to deployment, it took only 2 weeks.250,000 active clusters and 30,000 active branches were created within 60 days. Guaranteeing P99 and P999 latency within tens of milliseconds.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3D6E"/>
                </a:solidFill>
              </a:defRPr>
            </a:pPr>
            <a:r>
              <a:t>Dify.AI: SaaS Transformation with TiDB Hybrid Search  —  Dify.AI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9631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Changes:(1)At 500K+ containers, the operational complexity became unmanageable.(2)Needed vectors, relational data, documents, and chat history.(3)5+ separate database systems per workspace made cloud costs spiral.(4)Engineering teams spent majority of time on database operations.Solutions:(1)Shared Multi-Tenant : 500K isolated containers replaced with one TiDB Cloud cluster using shared tenancy.(2)Unified Multi-Model：TiDB handles vectors, documents, relational data, and chat history.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71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2E7D32"/>
                </a:solidFill>
              </a:defRPr>
            </a:pPr>
            <a:r>
              <a:t>Results: (1)80% Cost Reduction: Consolidating databases cut cloud infrastructure costs.(2)90% Ops Overhead Reduction: Engineering time shifted from database ops back to product development.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13E"/>
                </a:solidFill>
              </a:defRPr>
            </a:pPr>
            <a:r>
              <a:t>Expert Analysis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3333"/>
                </a:solidFill>
              </a:defRPr>
            </a:pPr>
            <a:r>
              <a:t>### Executive Summary</a:t>
            </a:r>
          </a:p>
          <a:p>
            <a:pPr>
              <a:spcAft>
                <a:spcPts val="300"/>
              </a:spcAft>
              <a:defRPr sz="900">
                <a:solidFill>
                  <a:srgbClr val="333333"/>
                </a:solidFill>
              </a:defRPr>
            </a:pPr>
            <a:r>
              <a:t>Based on the provided feature data, TiDB emerges as the stronger candidate for AI agent workloads due to specialized functionalities like schema branching and per-agent cost metering. Its native HTAP capabilities and MySQL compatibility offer distinct advantages for RAG pipelines and real-time inference serving where CockroachDB features are listed as N/A. Consequently, TiDB appears better equipped to handle the unpredictable scaling and experimental nature of modern AI applications according to this evaluation.</a:t>
            </a:r>
          </a:p>
          <a:p>
            <a:pPr>
              <a:spcAft>
                <a:spcPts val="300"/>
              </a:spcAft>
              <a:defRPr sz="900">
                <a:solidFill>
                  <a:srgbClr val="333333"/>
                </a:solidFill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333333"/>
                </a:solidFill>
              </a:defRPr>
            </a:pPr>
            <a:r>
              <a:t>### Key Differentiators</a:t>
            </a:r>
          </a:p>
          <a:p>
            <a:pPr>
              <a:spcAft>
                <a:spcPts val="300"/>
              </a:spcAft>
              <a:defRPr sz="900">
                <a:solidFill>
                  <a:srgbClr val="333333"/>
                </a:solidFill>
              </a:defRPr>
            </a:pPr>
            <a:r>
              <a:t>*   **AI Agent Lifecycle Management:** TiDB enables "Branching to allow agents to do schema-braking experiments," facilitating safer iterative development compared to the N/A listing for CockroachDB.</a:t>
            </a:r>
          </a:p>
          <a:p>
            <a:pPr>
              <a:spcAft>
                <a:spcPts val="300"/>
              </a:spcAft>
              <a:defRPr sz="900">
                <a:solidFill>
                  <a:srgbClr val="333333"/>
                </a:solidFill>
              </a:defRPr>
            </a:pPr>
            <a:r>
              <a:t>*   **Usage-Based Cost Control:** TiDB's "Per-agents Cost Metering" leverages a Request Unit (RU) model to accommodate unpredictable spike-to-zero usage patterns, a feature not indicated for CockroachDB.</a:t>
            </a:r>
          </a:p>
          <a:p>
            <a:pPr>
              <a:spcAft>
                <a:spcPts val="300"/>
              </a:spcAft>
              <a:defRPr sz="900">
                <a:solidFill>
                  <a:srgbClr val="333333"/>
                </a:solidFill>
              </a:defRPr>
            </a:pPr>
            <a:r>
              <a:t>*   **Hybrid Transactional/Analytical Processing:** TiDB supports "Native HTAP via TiFlash columnar engine" for combining transactional and analytical AI operations, whereas this capability is marked N/A for CockroachDB.</a:t>
            </a:r>
          </a:p>
          <a:p>
            <a:pPr>
              <a:spcAft>
                <a:spcPts val="300"/>
              </a:spcAft>
              <a:defRPr sz="900">
                <a:solidFill>
                  <a:srgbClr val="333333"/>
                </a:solidFill>
              </a:defRPr>
            </a:pPr>
            <a:r>
              <a:t>*   **Structured and Semi-Structured Data:** TiDB offers "Full JSON data type with indexing support" alongside vector search, contrasting with the provided data showing N/A for CockroachDB JSON support.</a:t>
            </a:r>
          </a:p>
          <a:p>
            <a:pPr>
              <a:spcAft>
                <a:spcPts val="300"/>
              </a:spcAft>
              <a:defRPr sz="900">
                <a:solidFill>
                  <a:srgbClr val="333333"/>
                </a:solidFill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333333"/>
                </a:solidFill>
              </a:defRPr>
            </a:pPr>
            <a:r>
              <a:t>### Recommendation</a:t>
            </a:r>
          </a:p>
          <a:p>
            <a:pPr>
              <a:spcAft>
                <a:spcPts val="300"/>
              </a:spcAft>
              <a:defRPr sz="900">
                <a:solidFill>
                  <a:srgbClr val="333333"/>
                </a:solidFill>
              </a:defRPr>
            </a:pPr>
            <a:r>
              <a:t>For organizations prioritizing AI agent-specific workflows, **TiDB** is the recommended choice based on this dataset, particularly for its ability to manage experimental schemas and meter unpredictable compute costs. However, decision-makers should note that several CockroachDB features are marked N/A in this provided comparison; independent verification of CockroachDB's actual production capabilities (such as JSON handling and vector support) is advised before final selection, as industry standards may differ from this specific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Simple Light">
      <a:dk1>
        <a:srgbClr val="000000"/>
      </a:dk1>
      <a:lt1>
        <a:srgbClr val="FFFFFF"/>
      </a:lt1>
      <a:dk2>
        <a:srgbClr val="87120C"/>
      </a:dk2>
      <a:lt2>
        <a:srgbClr val="DC150B"/>
      </a:lt2>
      <a:accent1>
        <a:srgbClr val="5D137D"/>
      </a:accent1>
      <a:accent2>
        <a:srgbClr val="9E4EC4"/>
      </a:accent2>
      <a:accent3>
        <a:srgbClr val="10487B"/>
      </a:accent3>
      <a:accent4>
        <a:srgbClr val="2C80CE"/>
      </a:accent4>
      <a:accent5>
        <a:srgbClr val="0F5353"/>
      </a:accent5>
      <a:accent6>
        <a:srgbClr val="1AA8A8"/>
      </a:accent6>
      <a:hlink>
        <a:srgbClr val="DC150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Macintosh PowerPoint</Application>
  <PresentationFormat>On-screen Show (16:9)</PresentationFormat>
  <Paragraphs>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DM Mono Medium</vt:lpstr>
      <vt:lpstr>DM Mono Light</vt:lpstr>
      <vt:lpstr>DM Sans Medium</vt:lpstr>
      <vt:lpstr>DM Mono</vt:lpstr>
      <vt:lpstr>DM Sans SemiBold</vt:lpstr>
      <vt:lpstr>DM Sans</vt:lpstr>
      <vt:lpstr>Dark Mode</vt:lpstr>
      <vt:lpstr>PowerPoint Presentation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Fei Dong</cp:lastModifiedBy>
  <cp:revision>3</cp:revision>
  <dcterms:modified xsi:type="dcterms:W3CDTF">2026-04-12T14:30:32Z</dcterms:modified>
</cp:coreProperties>
</file>