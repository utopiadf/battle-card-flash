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Battle Card Flash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E94D60"/>
                </a:solidFill>
              </a:defRPr>
            </a:pPr>
            <a:r>
              <a:t>TiDB  vs  MySQL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0F0F5"/>
                </a:solidFill>
              </a:defRPr>
            </a:pPr>
            <a:r>
              <a:t>Scenario: AI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0F0F5"/>
                </a:solidFill>
              </a:defRPr>
            </a:pPr>
            <a:r>
              <a:t>Generated: 2026-04-12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13E"/>
                </a:solidFill>
              </a:defRPr>
            </a:pPr>
            <a:r>
              <a:t>Feature Comparison: TiDB vs MySQL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51960"/>
                <a:gridCol w="4251960"/>
              </a:tblGrid>
              <a:tr h="320039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TiDB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MySQL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Vector Search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Supported via TiDB Vector (built-in vector data type)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MySQL 9.0+ vector data type (limited)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JSON/Document Support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Full JSON data type with indexing support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JSON data type with path-based queries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Read Latency (p99)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&lt; 10ms for point queries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&lt; 5ms for point queries (single node)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Horizontal Scaling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Native horizontal scaling via TiKV storage layer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Limited - requires manual sharding or middleware (Vitess, ProxySQL)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HTAP Capability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Native HTAP via TiFlash columnar engine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Limited - HeatWave for analytics (Oracle Cloud only)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Change Data Capture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TiCDC for real-time change streaming to Kafka/MySQL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Binary log replication, Debezium connector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ML Integration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Integration with AI frameworks via TiDB Vector and CDC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Limited native support; external tools required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Managed Service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TiDB Cloud (fully managed) on AWS and GCP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RDS MySQL, Azure MySQL, Cloud SQL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Elastic Scaling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Online scaling without downtime via TiDB Operator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Vertical scaling; read replicas for read scaling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Pricing Model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Open source (self-hosted free), TiDB Cloud pay-as-you-go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Open source (GPL); managed service pricing varies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13E"/>
                </a:solidFill>
              </a:defRPr>
            </a:pPr>
            <a:r>
              <a:t>Expert Analysis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Executive Summary: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TiDB demonstrates stronger capabilities for AI Agent workloads, particularly in vector search and HTAP processing. While MySQL remains a solid choice for traditional workloads, TiDB''s native distributed architecture and built-in vector support make it better suited for modern AI applications.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Key Differentiators: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- Vector Search: TiDB offers built-in vector data type support, while MySQL 9.0+ has limited vector capabilities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- HTAP: TiDB''s TiFlash engine enables real-time analytics alongside transactions; MySQL requires separate analytics solutions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- Horizontal Scaling: TiDB scales natively across nodes; MySQL requires manual sharding or middleware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- JSON Support: Both offer JSON data types, but TiDB''s distributed architecture handles larger JSON workloads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- CDC: TiDB''s TiCDC provides real-time streaming to Kafka; MySQL relies on binlog-based solutions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Recommendation: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For AI Agent workloads requiring vector search, real-time analytics, and horizontal scalability, TiDB is the stronger choice. However, if your AI workload is small-scale and your team has deep MySQL expertise, MySQL with external vector databases remains a viable option.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3D6E"/>
                </a:solidFill>
              </a:defRPr>
            </a:pPr>
            <a:r>
              <a:t>Field Expert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i="1">
                <a:solidFill>
                  <a:srgbClr val="333333"/>
                </a:solidFill>
              </a:defRPr>
            </a:pPr>
            <a:r>
              <a:t>"For AI Agent workloads, TiDB offers a significant advantage with its native vector search capability and HTAP architecture. The TiFlash columnar engin..." — Database Architecture Team</a:t>
            </a:r>
          </a:p>
          <a:p>
            <a:pPr>
              <a:spcAft>
                <a:spcPts val="600"/>
              </a:spcAft>
              <a:defRPr sz="900" i="1">
                <a:solidFill>
                  <a:srgbClr val="333333"/>
                </a:solidFill>
              </a:defRPr>
            </a:pPr>
            <a:r>
              <a:t>"When building RAG pipelines, TiDB's ability to store both structured data and vector embeddings in a single database simplifies the architecture signi..." — AI Platform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